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64" r:id="rId6"/>
    <p:sldId id="259" r:id="rId7"/>
    <p:sldId id="261" r:id="rId8"/>
    <p:sldId id="260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46D820-879D-4C79-ACEE-EED3D858C20C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58885B-4849-4736-BC43-3E08EFA91B8B}">
      <dgm:prSet/>
      <dgm:spPr/>
      <dgm:t>
        <a:bodyPr/>
        <a:lstStyle/>
        <a:p>
          <a:r>
            <a:rPr lang="en-US" b="1"/>
            <a:t>Persona:</a:t>
          </a:r>
          <a:r>
            <a:rPr lang="en-US"/>
            <a:t> TTB compliance agents </a:t>
          </a:r>
        </a:p>
      </dgm:t>
    </dgm:pt>
    <dgm:pt modelId="{F4CADFFE-1530-41EA-AB00-8738ABA3098F}" type="parTrans" cxnId="{188185BF-2113-4856-9B88-3491AF3DBBC0}">
      <dgm:prSet/>
      <dgm:spPr/>
      <dgm:t>
        <a:bodyPr/>
        <a:lstStyle/>
        <a:p>
          <a:endParaRPr lang="en-US"/>
        </a:p>
      </dgm:t>
    </dgm:pt>
    <dgm:pt modelId="{F8E19D6C-DB3A-4184-8514-887FBFCF8D3D}" type="sibTrans" cxnId="{188185BF-2113-4856-9B88-3491AF3DBBC0}">
      <dgm:prSet/>
      <dgm:spPr/>
      <dgm:t>
        <a:bodyPr/>
        <a:lstStyle/>
        <a:p>
          <a:endParaRPr lang="en-US"/>
        </a:p>
      </dgm:t>
    </dgm:pt>
    <dgm:pt modelId="{9FFF2077-0D61-464B-ABCF-32F41C2DEB65}">
      <dgm:prSet/>
      <dgm:spPr/>
      <dgm:t>
        <a:bodyPr/>
        <a:lstStyle/>
        <a:p>
          <a:r>
            <a:rPr lang="en-US"/>
            <a:t>Sarah Chen</a:t>
          </a:r>
        </a:p>
      </dgm:t>
    </dgm:pt>
    <dgm:pt modelId="{62D9BB13-20EF-43B8-BEC8-CDB0CC444E2F}" type="parTrans" cxnId="{CCA23212-7E61-4FE3-A939-990D412AD54E}">
      <dgm:prSet/>
      <dgm:spPr/>
      <dgm:t>
        <a:bodyPr/>
        <a:lstStyle/>
        <a:p>
          <a:endParaRPr lang="en-US"/>
        </a:p>
      </dgm:t>
    </dgm:pt>
    <dgm:pt modelId="{E9D77F66-B6C8-44CB-820E-A4A3D9EFA336}" type="sibTrans" cxnId="{CCA23212-7E61-4FE3-A939-990D412AD54E}">
      <dgm:prSet/>
      <dgm:spPr/>
      <dgm:t>
        <a:bodyPr/>
        <a:lstStyle/>
        <a:p>
          <a:endParaRPr lang="en-US"/>
        </a:p>
      </dgm:t>
    </dgm:pt>
    <dgm:pt modelId="{0E283CD6-D441-4730-8DB8-C303F2CAA41D}">
      <dgm:prSet/>
      <dgm:spPr/>
      <dgm:t>
        <a:bodyPr/>
        <a:lstStyle/>
        <a:p>
          <a:r>
            <a:rPr lang="en-US"/>
            <a:t>Dave Morrison</a:t>
          </a:r>
        </a:p>
      </dgm:t>
    </dgm:pt>
    <dgm:pt modelId="{A44A7498-4E28-4AA0-B856-CF9A48822F1D}" type="parTrans" cxnId="{416EB1D6-05D2-419D-B7B9-99E76D7179E3}">
      <dgm:prSet/>
      <dgm:spPr/>
      <dgm:t>
        <a:bodyPr/>
        <a:lstStyle/>
        <a:p>
          <a:endParaRPr lang="en-US"/>
        </a:p>
      </dgm:t>
    </dgm:pt>
    <dgm:pt modelId="{657D1EDE-A9FC-48CB-A34C-CB621B5CBD4E}" type="sibTrans" cxnId="{416EB1D6-05D2-419D-B7B9-99E76D7179E3}">
      <dgm:prSet/>
      <dgm:spPr/>
      <dgm:t>
        <a:bodyPr/>
        <a:lstStyle/>
        <a:p>
          <a:endParaRPr lang="en-US"/>
        </a:p>
      </dgm:t>
    </dgm:pt>
    <dgm:pt modelId="{5FBB73A8-F687-4FE3-9C3B-2E4F45CE4A6C}">
      <dgm:prSet/>
      <dgm:spPr/>
      <dgm:t>
        <a:bodyPr/>
        <a:lstStyle/>
        <a:p>
          <a:r>
            <a:rPr lang="en-US"/>
            <a:t>Jenny Park</a:t>
          </a:r>
        </a:p>
      </dgm:t>
    </dgm:pt>
    <dgm:pt modelId="{47F991AD-622B-48C4-8DC6-9974FA87943C}" type="parTrans" cxnId="{CA78D22A-D8EA-4625-828E-01293558590C}">
      <dgm:prSet/>
      <dgm:spPr/>
      <dgm:t>
        <a:bodyPr/>
        <a:lstStyle/>
        <a:p>
          <a:endParaRPr lang="en-US"/>
        </a:p>
      </dgm:t>
    </dgm:pt>
    <dgm:pt modelId="{8228DB78-A591-42F3-95EC-8190FD31874B}" type="sibTrans" cxnId="{CA78D22A-D8EA-4625-828E-01293558590C}">
      <dgm:prSet/>
      <dgm:spPr/>
      <dgm:t>
        <a:bodyPr/>
        <a:lstStyle/>
        <a:p>
          <a:endParaRPr lang="en-US"/>
        </a:p>
      </dgm:t>
    </dgm:pt>
    <dgm:pt modelId="{09B08898-56E4-4E47-B010-4E4EC1A84DC7}">
      <dgm:prSet/>
      <dgm:spPr/>
      <dgm:t>
        <a:bodyPr/>
        <a:lstStyle/>
        <a:p>
          <a:r>
            <a:rPr lang="en-US"/>
            <a:t>Responsible for reviewing ~150,000 alcohol label applications per year.</a:t>
          </a:r>
        </a:p>
      </dgm:t>
    </dgm:pt>
    <dgm:pt modelId="{BEF1AB18-9924-45A4-A654-E48EB51EA691}" type="parTrans" cxnId="{D20BAD2F-772E-4FD1-A1CC-A5AF6F01851C}">
      <dgm:prSet/>
      <dgm:spPr/>
      <dgm:t>
        <a:bodyPr/>
        <a:lstStyle/>
        <a:p>
          <a:endParaRPr lang="en-US"/>
        </a:p>
      </dgm:t>
    </dgm:pt>
    <dgm:pt modelId="{3DBDBB30-F9B3-449D-B3DC-40F6BDE1956B}" type="sibTrans" cxnId="{D20BAD2F-772E-4FD1-A1CC-A5AF6F01851C}">
      <dgm:prSet/>
      <dgm:spPr/>
      <dgm:t>
        <a:bodyPr/>
        <a:lstStyle/>
        <a:p>
          <a:endParaRPr lang="en-US"/>
        </a:p>
      </dgm:t>
    </dgm:pt>
    <dgm:pt modelId="{67A0D600-EA63-4A0B-8C8E-A4C8E21C7AA2}" type="pres">
      <dgm:prSet presAssocID="{5B46D820-879D-4C79-ACEE-EED3D858C20C}" presName="Name0" presStyleCnt="0">
        <dgm:presLayoutVars>
          <dgm:dir/>
          <dgm:animLvl val="lvl"/>
          <dgm:resizeHandles val="exact"/>
        </dgm:presLayoutVars>
      </dgm:prSet>
      <dgm:spPr/>
    </dgm:pt>
    <dgm:pt modelId="{538B291B-B615-4A5A-963E-4B54F45A5760}" type="pres">
      <dgm:prSet presAssocID="{09B08898-56E4-4E47-B010-4E4EC1A84DC7}" presName="boxAndChildren" presStyleCnt="0"/>
      <dgm:spPr/>
    </dgm:pt>
    <dgm:pt modelId="{C5F54283-18C3-4FFB-96A4-B92A5FFC0834}" type="pres">
      <dgm:prSet presAssocID="{09B08898-56E4-4E47-B010-4E4EC1A84DC7}" presName="parentTextBox" presStyleLbl="node1" presStyleIdx="0" presStyleCnt="2"/>
      <dgm:spPr/>
    </dgm:pt>
    <dgm:pt modelId="{B859DA58-E7E6-4DA2-B182-77010983D1F0}" type="pres">
      <dgm:prSet presAssocID="{F8E19D6C-DB3A-4184-8514-887FBFCF8D3D}" presName="sp" presStyleCnt="0"/>
      <dgm:spPr/>
    </dgm:pt>
    <dgm:pt modelId="{A9484174-9A90-4BD4-95CE-38027E386DBC}" type="pres">
      <dgm:prSet presAssocID="{3758885B-4849-4736-BC43-3E08EFA91B8B}" presName="arrowAndChildren" presStyleCnt="0"/>
      <dgm:spPr/>
    </dgm:pt>
    <dgm:pt modelId="{B69FA4F6-8CF0-4F56-9543-82B738A0C4B3}" type="pres">
      <dgm:prSet presAssocID="{3758885B-4849-4736-BC43-3E08EFA91B8B}" presName="parentTextArrow" presStyleLbl="node1" presStyleIdx="0" presStyleCnt="2"/>
      <dgm:spPr/>
    </dgm:pt>
    <dgm:pt modelId="{8B00AB42-09C0-47FA-8833-959938217383}" type="pres">
      <dgm:prSet presAssocID="{3758885B-4849-4736-BC43-3E08EFA91B8B}" presName="arrow" presStyleLbl="node1" presStyleIdx="1" presStyleCnt="2"/>
      <dgm:spPr/>
    </dgm:pt>
    <dgm:pt modelId="{E1F206A6-B63A-4BAF-8305-DC79A1A1C80C}" type="pres">
      <dgm:prSet presAssocID="{3758885B-4849-4736-BC43-3E08EFA91B8B}" presName="descendantArrow" presStyleCnt="0"/>
      <dgm:spPr/>
    </dgm:pt>
    <dgm:pt modelId="{A7EBC0B7-0D6D-405A-94FD-905F60E674E4}" type="pres">
      <dgm:prSet presAssocID="{9FFF2077-0D61-464B-ABCF-32F41C2DEB65}" presName="childTextArrow" presStyleLbl="fgAccFollowNode1" presStyleIdx="0" presStyleCnt="3">
        <dgm:presLayoutVars>
          <dgm:bulletEnabled val="1"/>
        </dgm:presLayoutVars>
      </dgm:prSet>
      <dgm:spPr/>
    </dgm:pt>
    <dgm:pt modelId="{C38CDA8C-8536-4F35-AB18-555C93D50475}" type="pres">
      <dgm:prSet presAssocID="{0E283CD6-D441-4730-8DB8-C303F2CAA41D}" presName="childTextArrow" presStyleLbl="fgAccFollowNode1" presStyleIdx="1" presStyleCnt="3">
        <dgm:presLayoutVars>
          <dgm:bulletEnabled val="1"/>
        </dgm:presLayoutVars>
      </dgm:prSet>
      <dgm:spPr/>
    </dgm:pt>
    <dgm:pt modelId="{08C0AA6E-A508-4976-A8CA-CFCAB0C4239B}" type="pres">
      <dgm:prSet presAssocID="{5FBB73A8-F687-4FE3-9C3B-2E4F45CE4A6C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CCA23212-7E61-4FE3-A939-990D412AD54E}" srcId="{3758885B-4849-4736-BC43-3E08EFA91B8B}" destId="{9FFF2077-0D61-464B-ABCF-32F41C2DEB65}" srcOrd="0" destOrd="0" parTransId="{62D9BB13-20EF-43B8-BEC8-CDB0CC444E2F}" sibTransId="{E9D77F66-B6C8-44CB-820E-A4A3D9EFA336}"/>
    <dgm:cxn modelId="{CA78D22A-D8EA-4625-828E-01293558590C}" srcId="{3758885B-4849-4736-BC43-3E08EFA91B8B}" destId="{5FBB73A8-F687-4FE3-9C3B-2E4F45CE4A6C}" srcOrd="2" destOrd="0" parTransId="{47F991AD-622B-48C4-8DC6-9974FA87943C}" sibTransId="{8228DB78-A591-42F3-95EC-8190FD31874B}"/>
    <dgm:cxn modelId="{50553A2F-00A6-40BD-ADDA-39060F078D2B}" type="presOf" srcId="{0E283CD6-D441-4730-8DB8-C303F2CAA41D}" destId="{C38CDA8C-8536-4F35-AB18-555C93D50475}" srcOrd="0" destOrd="0" presId="urn:microsoft.com/office/officeart/2005/8/layout/process4"/>
    <dgm:cxn modelId="{D20BAD2F-772E-4FD1-A1CC-A5AF6F01851C}" srcId="{5B46D820-879D-4C79-ACEE-EED3D858C20C}" destId="{09B08898-56E4-4E47-B010-4E4EC1A84DC7}" srcOrd="1" destOrd="0" parTransId="{BEF1AB18-9924-45A4-A654-E48EB51EA691}" sibTransId="{3DBDBB30-F9B3-449D-B3DC-40F6BDE1956B}"/>
    <dgm:cxn modelId="{C16DFF68-17F8-434B-8099-41A66752DBBD}" type="presOf" srcId="{5FBB73A8-F687-4FE3-9C3B-2E4F45CE4A6C}" destId="{08C0AA6E-A508-4976-A8CA-CFCAB0C4239B}" srcOrd="0" destOrd="0" presId="urn:microsoft.com/office/officeart/2005/8/layout/process4"/>
    <dgm:cxn modelId="{48DEC8B1-6178-45D7-9268-84F2BB486910}" type="presOf" srcId="{5B46D820-879D-4C79-ACEE-EED3D858C20C}" destId="{67A0D600-EA63-4A0B-8C8E-A4C8E21C7AA2}" srcOrd="0" destOrd="0" presId="urn:microsoft.com/office/officeart/2005/8/layout/process4"/>
    <dgm:cxn modelId="{EE1A02B8-0831-4429-B816-E559ADEBACC4}" type="presOf" srcId="{09B08898-56E4-4E47-B010-4E4EC1A84DC7}" destId="{C5F54283-18C3-4FFB-96A4-B92A5FFC0834}" srcOrd="0" destOrd="0" presId="urn:microsoft.com/office/officeart/2005/8/layout/process4"/>
    <dgm:cxn modelId="{188185BF-2113-4856-9B88-3491AF3DBBC0}" srcId="{5B46D820-879D-4C79-ACEE-EED3D858C20C}" destId="{3758885B-4849-4736-BC43-3E08EFA91B8B}" srcOrd="0" destOrd="0" parTransId="{F4CADFFE-1530-41EA-AB00-8738ABA3098F}" sibTransId="{F8E19D6C-DB3A-4184-8514-887FBFCF8D3D}"/>
    <dgm:cxn modelId="{D9CC40C3-FFFE-4D51-B224-D46B221F582C}" type="presOf" srcId="{3758885B-4849-4736-BC43-3E08EFA91B8B}" destId="{8B00AB42-09C0-47FA-8833-959938217383}" srcOrd="1" destOrd="0" presId="urn:microsoft.com/office/officeart/2005/8/layout/process4"/>
    <dgm:cxn modelId="{416EB1D6-05D2-419D-B7B9-99E76D7179E3}" srcId="{3758885B-4849-4736-BC43-3E08EFA91B8B}" destId="{0E283CD6-D441-4730-8DB8-C303F2CAA41D}" srcOrd="1" destOrd="0" parTransId="{A44A7498-4E28-4AA0-B856-CF9A48822F1D}" sibTransId="{657D1EDE-A9FC-48CB-A34C-CB621B5CBD4E}"/>
    <dgm:cxn modelId="{76ADD7E8-6C7A-49B3-AE67-0153B98D5085}" type="presOf" srcId="{3758885B-4849-4736-BC43-3E08EFA91B8B}" destId="{B69FA4F6-8CF0-4F56-9543-82B738A0C4B3}" srcOrd="0" destOrd="0" presId="urn:microsoft.com/office/officeart/2005/8/layout/process4"/>
    <dgm:cxn modelId="{6D578EF7-F4ED-4CFD-945D-FF8684570B1D}" type="presOf" srcId="{9FFF2077-0D61-464B-ABCF-32F41C2DEB65}" destId="{A7EBC0B7-0D6D-405A-94FD-905F60E674E4}" srcOrd="0" destOrd="0" presId="urn:microsoft.com/office/officeart/2005/8/layout/process4"/>
    <dgm:cxn modelId="{A4FC2321-8B62-4C0C-A6E6-03E2E7DE8230}" type="presParOf" srcId="{67A0D600-EA63-4A0B-8C8E-A4C8E21C7AA2}" destId="{538B291B-B615-4A5A-963E-4B54F45A5760}" srcOrd="0" destOrd="0" presId="urn:microsoft.com/office/officeart/2005/8/layout/process4"/>
    <dgm:cxn modelId="{FD7E5C0A-071C-46C5-B5F1-95BB6F59AB91}" type="presParOf" srcId="{538B291B-B615-4A5A-963E-4B54F45A5760}" destId="{C5F54283-18C3-4FFB-96A4-B92A5FFC0834}" srcOrd="0" destOrd="0" presId="urn:microsoft.com/office/officeart/2005/8/layout/process4"/>
    <dgm:cxn modelId="{EA636AB3-696C-4F50-AE88-E1054C1652C4}" type="presParOf" srcId="{67A0D600-EA63-4A0B-8C8E-A4C8E21C7AA2}" destId="{B859DA58-E7E6-4DA2-B182-77010983D1F0}" srcOrd="1" destOrd="0" presId="urn:microsoft.com/office/officeart/2005/8/layout/process4"/>
    <dgm:cxn modelId="{D8490E01-2E3B-4889-9BCA-15E7E46B953C}" type="presParOf" srcId="{67A0D600-EA63-4A0B-8C8E-A4C8E21C7AA2}" destId="{A9484174-9A90-4BD4-95CE-38027E386DBC}" srcOrd="2" destOrd="0" presId="urn:microsoft.com/office/officeart/2005/8/layout/process4"/>
    <dgm:cxn modelId="{66C7B059-24AE-49CA-A751-865FCBB90266}" type="presParOf" srcId="{A9484174-9A90-4BD4-95CE-38027E386DBC}" destId="{B69FA4F6-8CF0-4F56-9543-82B738A0C4B3}" srcOrd="0" destOrd="0" presId="urn:microsoft.com/office/officeart/2005/8/layout/process4"/>
    <dgm:cxn modelId="{C9840969-8E37-4F57-9447-4577106BEFF4}" type="presParOf" srcId="{A9484174-9A90-4BD4-95CE-38027E386DBC}" destId="{8B00AB42-09C0-47FA-8833-959938217383}" srcOrd="1" destOrd="0" presId="urn:microsoft.com/office/officeart/2005/8/layout/process4"/>
    <dgm:cxn modelId="{512D06F6-B79C-46F7-8137-B8A765B319FE}" type="presParOf" srcId="{A9484174-9A90-4BD4-95CE-38027E386DBC}" destId="{E1F206A6-B63A-4BAF-8305-DC79A1A1C80C}" srcOrd="2" destOrd="0" presId="urn:microsoft.com/office/officeart/2005/8/layout/process4"/>
    <dgm:cxn modelId="{77F7F723-C347-4BB3-A901-C7821DA154BE}" type="presParOf" srcId="{E1F206A6-B63A-4BAF-8305-DC79A1A1C80C}" destId="{A7EBC0B7-0D6D-405A-94FD-905F60E674E4}" srcOrd="0" destOrd="0" presId="urn:microsoft.com/office/officeart/2005/8/layout/process4"/>
    <dgm:cxn modelId="{3316903E-F967-4133-A2E7-F1173C14E6C2}" type="presParOf" srcId="{E1F206A6-B63A-4BAF-8305-DC79A1A1C80C}" destId="{C38CDA8C-8536-4F35-AB18-555C93D50475}" srcOrd="1" destOrd="0" presId="urn:microsoft.com/office/officeart/2005/8/layout/process4"/>
    <dgm:cxn modelId="{60091A96-6A2E-459D-85D1-7BCDE3AFE8CF}" type="presParOf" srcId="{E1F206A6-B63A-4BAF-8305-DC79A1A1C80C}" destId="{08C0AA6E-A508-4976-A8CA-CFCAB0C4239B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32AD78-F0E1-41F8-8396-AD66AEE24EED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0227A60-BA41-45FE-8836-E9E298CDE5F3}">
      <dgm:prSet/>
      <dgm:spPr/>
      <dgm:t>
        <a:bodyPr/>
        <a:lstStyle/>
        <a:p>
          <a:pPr>
            <a:defRPr b="1"/>
          </a:pPr>
          <a:r>
            <a:rPr lang="en-US" dirty="0"/>
            <a:t>Goal</a:t>
          </a:r>
        </a:p>
      </dgm:t>
    </dgm:pt>
    <dgm:pt modelId="{03EB0ADD-E247-4903-9C95-24C016612A70}" type="parTrans" cxnId="{FBE65714-C739-409B-8A26-3823100F6272}">
      <dgm:prSet/>
      <dgm:spPr/>
      <dgm:t>
        <a:bodyPr/>
        <a:lstStyle/>
        <a:p>
          <a:endParaRPr lang="en-US"/>
        </a:p>
      </dgm:t>
    </dgm:pt>
    <dgm:pt modelId="{7188F537-6943-42E8-AB88-237031448887}" type="sibTrans" cxnId="{FBE65714-C739-409B-8A26-3823100F6272}">
      <dgm:prSet/>
      <dgm:spPr/>
      <dgm:t>
        <a:bodyPr/>
        <a:lstStyle/>
        <a:p>
          <a:endParaRPr lang="en-US"/>
        </a:p>
      </dgm:t>
    </dgm:pt>
    <dgm:pt modelId="{8650B554-893F-4C98-B77C-23E6F0268997}">
      <dgm:prSet/>
      <dgm:spPr/>
      <dgm:t>
        <a:bodyPr/>
        <a:lstStyle/>
        <a:p>
          <a:pPr>
            <a:defRPr b="1"/>
          </a:pPr>
          <a:r>
            <a:rPr lang="en-US" b="1" dirty="0"/>
            <a:t>Key Value Propositions</a:t>
          </a:r>
          <a:endParaRPr lang="en-US" dirty="0"/>
        </a:p>
      </dgm:t>
    </dgm:pt>
    <dgm:pt modelId="{A649EC60-125B-462A-8A72-03E893A9006B}" type="parTrans" cxnId="{053F3704-6270-4B2C-9E13-9E6B0F96793C}">
      <dgm:prSet/>
      <dgm:spPr/>
      <dgm:t>
        <a:bodyPr/>
        <a:lstStyle/>
        <a:p>
          <a:endParaRPr lang="en-US"/>
        </a:p>
      </dgm:t>
    </dgm:pt>
    <dgm:pt modelId="{D58C441A-F23F-4776-A5C5-3F3E1259EB27}" type="sibTrans" cxnId="{053F3704-6270-4B2C-9E13-9E6B0F96793C}">
      <dgm:prSet/>
      <dgm:spPr/>
      <dgm:t>
        <a:bodyPr/>
        <a:lstStyle/>
        <a:p>
          <a:endParaRPr lang="en-US"/>
        </a:p>
      </dgm:t>
    </dgm:pt>
    <dgm:pt modelId="{7AA81F39-372F-451B-81ED-50C783A762FA}">
      <dgm:prSet/>
      <dgm:spPr/>
      <dgm:t>
        <a:bodyPr/>
        <a:lstStyle/>
        <a:p>
          <a:r>
            <a:rPr lang="en-US" b="0" dirty="0"/>
            <a:t>Process labels in less than 5 seconds</a:t>
          </a:r>
        </a:p>
      </dgm:t>
    </dgm:pt>
    <dgm:pt modelId="{78F43500-8E65-4996-9A56-859294AA6384}" type="parTrans" cxnId="{843C13E6-FD1F-4EAC-B9AF-812C78189523}">
      <dgm:prSet/>
      <dgm:spPr/>
      <dgm:t>
        <a:bodyPr/>
        <a:lstStyle/>
        <a:p>
          <a:endParaRPr lang="en-US"/>
        </a:p>
      </dgm:t>
    </dgm:pt>
    <dgm:pt modelId="{7A7FC16C-B073-4B11-AA1F-E8DEA5040BCE}" type="sibTrans" cxnId="{843C13E6-FD1F-4EAC-B9AF-812C78189523}">
      <dgm:prSet/>
      <dgm:spPr/>
      <dgm:t>
        <a:bodyPr/>
        <a:lstStyle/>
        <a:p>
          <a:endParaRPr lang="en-US"/>
        </a:p>
      </dgm:t>
    </dgm:pt>
    <dgm:pt modelId="{AA54881A-B7D9-4F92-BC3A-69757D670B25}">
      <dgm:prSet/>
      <dgm:spPr/>
      <dgm:t>
        <a:bodyPr/>
        <a:lstStyle/>
        <a:p>
          <a:r>
            <a:rPr lang="en-US" b="0" dirty="0"/>
            <a:t>Supports multiple label uploads simultaneously</a:t>
          </a:r>
        </a:p>
        <a:p>
          <a:r>
            <a:rPr lang="en-US" b="0" dirty="0"/>
            <a:t>Highlights mismatches</a:t>
          </a:r>
        </a:p>
      </dgm:t>
    </dgm:pt>
    <dgm:pt modelId="{704B5F7D-3F27-4A56-95FF-7BA904F79742}" type="parTrans" cxnId="{22784739-F9B9-4238-9777-8C6EEA715A34}">
      <dgm:prSet/>
      <dgm:spPr/>
      <dgm:t>
        <a:bodyPr/>
        <a:lstStyle/>
        <a:p>
          <a:endParaRPr lang="en-US"/>
        </a:p>
      </dgm:t>
    </dgm:pt>
    <dgm:pt modelId="{E5B12EF0-A49C-48AE-9F11-34CC202B5B59}" type="sibTrans" cxnId="{22784739-F9B9-4238-9777-8C6EEA715A34}">
      <dgm:prSet/>
      <dgm:spPr/>
      <dgm:t>
        <a:bodyPr/>
        <a:lstStyle/>
        <a:p>
          <a:endParaRPr lang="en-US"/>
        </a:p>
      </dgm:t>
    </dgm:pt>
    <dgm:pt modelId="{1AA104E9-BB7E-44C2-BEC2-C7D36C57415C}">
      <dgm:prSet/>
      <dgm:spPr/>
      <dgm:t>
        <a:bodyPr/>
        <a:lstStyle/>
        <a:p>
          <a:r>
            <a:rPr lang="en-US" b="0" dirty="0"/>
            <a:t>Clean and intuitive design</a:t>
          </a:r>
        </a:p>
      </dgm:t>
    </dgm:pt>
    <dgm:pt modelId="{A5ECCFD3-9816-42CA-BE0C-92CEB6E61EF5}" type="parTrans" cxnId="{2407D13C-4629-46BA-9717-D8E6122321D5}">
      <dgm:prSet/>
      <dgm:spPr/>
      <dgm:t>
        <a:bodyPr/>
        <a:lstStyle/>
        <a:p>
          <a:endParaRPr lang="en-US"/>
        </a:p>
      </dgm:t>
    </dgm:pt>
    <dgm:pt modelId="{2A45A99D-9AEB-40D9-B4F9-DF548FB6F204}" type="sibTrans" cxnId="{2407D13C-4629-46BA-9717-D8E6122321D5}">
      <dgm:prSet/>
      <dgm:spPr/>
      <dgm:t>
        <a:bodyPr/>
        <a:lstStyle/>
        <a:p>
          <a:endParaRPr lang="en-US"/>
        </a:p>
      </dgm:t>
    </dgm:pt>
    <dgm:pt modelId="{8CB3D700-F7F3-45B4-A3D8-D3005758F33F}">
      <dgm:prSet/>
      <dgm:spPr/>
      <dgm:t>
        <a:bodyPr/>
        <a:lstStyle/>
        <a:p>
          <a:r>
            <a:rPr lang="en-US" b="0" dirty="0"/>
            <a:t>Can handle imperfect images</a:t>
          </a:r>
        </a:p>
      </dgm:t>
    </dgm:pt>
    <dgm:pt modelId="{B46AB43C-6C3F-4A82-BD44-298DC2755184}" type="parTrans" cxnId="{6FAD103B-9174-45D1-A71A-81B89FF0E0BD}">
      <dgm:prSet/>
      <dgm:spPr/>
      <dgm:t>
        <a:bodyPr/>
        <a:lstStyle/>
        <a:p>
          <a:endParaRPr lang="en-US"/>
        </a:p>
      </dgm:t>
    </dgm:pt>
    <dgm:pt modelId="{A4FD27C6-1818-4746-B145-ACC8449E66DF}" type="sibTrans" cxnId="{6FAD103B-9174-45D1-A71A-81B89FF0E0BD}">
      <dgm:prSet/>
      <dgm:spPr/>
      <dgm:t>
        <a:bodyPr/>
        <a:lstStyle/>
        <a:p>
          <a:endParaRPr lang="en-US"/>
        </a:p>
      </dgm:t>
    </dgm:pt>
    <dgm:pt modelId="{DF875E38-28B9-45B4-8B4B-258E07A923DB}">
      <dgm:prSet/>
      <dgm:spPr/>
      <dgm:t>
        <a:bodyPr/>
        <a:lstStyle/>
        <a:p>
          <a:pPr>
            <a:defRPr b="1"/>
          </a:pPr>
          <a:r>
            <a:rPr lang="en-US" b="1" dirty="0"/>
            <a:t>Impact</a:t>
          </a:r>
          <a:endParaRPr lang="en-US" dirty="0"/>
        </a:p>
      </dgm:t>
    </dgm:pt>
    <dgm:pt modelId="{7D3E6C91-8190-46F5-A203-730B224172AC}" type="parTrans" cxnId="{C9943154-D4F0-43EC-807A-58DFF555702A}">
      <dgm:prSet/>
      <dgm:spPr/>
      <dgm:t>
        <a:bodyPr/>
        <a:lstStyle/>
        <a:p>
          <a:endParaRPr lang="en-US"/>
        </a:p>
      </dgm:t>
    </dgm:pt>
    <dgm:pt modelId="{500CFC20-2253-475E-84EA-45B42E7E6503}" type="sibTrans" cxnId="{C9943154-D4F0-43EC-807A-58DFF555702A}">
      <dgm:prSet/>
      <dgm:spPr/>
      <dgm:t>
        <a:bodyPr/>
        <a:lstStyle/>
        <a:p>
          <a:endParaRPr lang="en-US"/>
        </a:p>
      </dgm:t>
    </dgm:pt>
    <dgm:pt modelId="{434652F1-748C-403A-81F5-60702C85E662}">
      <dgm:prSet/>
      <dgm:spPr/>
      <dgm:t>
        <a:bodyPr/>
        <a:lstStyle/>
        <a:p>
          <a:r>
            <a:rPr lang="en-US" dirty="0"/>
            <a:t>Reduces time spent on routine verification tasks</a:t>
          </a:r>
        </a:p>
        <a:p>
          <a:r>
            <a:rPr lang="en-US" dirty="0"/>
            <a:t>Improves consistency and accuracy across label reviews.</a:t>
          </a:r>
        </a:p>
      </dgm:t>
    </dgm:pt>
    <dgm:pt modelId="{DEDA0B33-2409-4732-AC79-B15BDCC96BC6}" type="parTrans" cxnId="{114BB811-9F5D-4C79-87C3-744AF1EBCCFC}">
      <dgm:prSet/>
      <dgm:spPr/>
      <dgm:t>
        <a:bodyPr/>
        <a:lstStyle/>
        <a:p>
          <a:endParaRPr lang="en-US"/>
        </a:p>
      </dgm:t>
    </dgm:pt>
    <dgm:pt modelId="{4A95C708-ED34-46F7-9B62-FE840299E315}" type="sibTrans" cxnId="{114BB811-9F5D-4C79-87C3-744AF1EBCCFC}">
      <dgm:prSet/>
      <dgm:spPr/>
      <dgm:t>
        <a:bodyPr/>
        <a:lstStyle/>
        <a:p>
          <a:endParaRPr lang="en-US"/>
        </a:p>
      </dgm:t>
    </dgm:pt>
    <dgm:pt modelId="{30CEDC94-7AEF-452C-8DCB-A1A436DCEEC6}">
      <dgm:prSet/>
      <dgm:spPr/>
      <dgm:t>
        <a:bodyPr/>
        <a:lstStyle/>
        <a:p>
          <a:r>
            <a:rPr lang="en-US" dirty="0"/>
            <a:t>Demonstrates feasibility of AI-assisted label verification for future system modernization without immediately integrating into the COLA system.</a:t>
          </a:r>
        </a:p>
      </dgm:t>
    </dgm:pt>
    <dgm:pt modelId="{0CE28AA1-0353-4D54-A244-EFBBFCFF95BE}" type="parTrans" cxnId="{24A89C2A-0B92-4FD8-9BD0-F7681EE30D73}">
      <dgm:prSet/>
      <dgm:spPr/>
      <dgm:t>
        <a:bodyPr/>
        <a:lstStyle/>
        <a:p>
          <a:endParaRPr lang="en-US"/>
        </a:p>
      </dgm:t>
    </dgm:pt>
    <dgm:pt modelId="{62BA6CC3-9981-455D-B2C0-E534B00B41EF}" type="sibTrans" cxnId="{24A89C2A-0B92-4FD8-9BD0-F7681EE30D73}">
      <dgm:prSet/>
      <dgm:spPr/>
      <dgm:t>
        <a:bodyPr/>
        <a:lstStyle/>
        <a:p>
          <a:endParaRPr lang="en-US"/>
        </a:p>
      </dgm:t>
    </dgm:pt>
    <dgm:pt modelId="{565703A2-3BDC-41B7-BAFF-FE67B46A6EE4}">
      <dgm:prSet/>
      <dgm:spPr/>
      <dgm:t>
        <a:bodyPr/>
        <a:lstStyle/>
        <a:p>
          <a:r>
            <a:rPr lang="en-US" dirty="0"/>
            <a:t>Generate a standalone prototype that automates label review by extracting key fields from label images.</a:t>
          </a:r>
        </a:p>
      </dgm:t>
    </dgm:pt>
    <dgm:pt modelId="{76DCF166-830F-48B7-B686-059FAF0DD848}" type="parTrans" cxnId="{931F81E1-D69A-40BF-B451-DB4F535978B0}">
      <dgm:prSet/>
      <dgm:spPr/>
      <dgm:t>
        <a:bodyPr/>
        <a:lstStyle/>
        <a:p>
          <a:endParaRPr lang="en-US"/>
        </a:p>
      </dgm:t>
    </dgm:pt>
    <dgm:pt modelId="{86685C4A-F8AD-4A85-90DD-7942B80D04DF}" type="sibTrans" cxnId="{931F81E1-D69A-40BF-B451-DB4F535978B0}">
      <dgm:prSet/>
      <dgm:spPr/>
      <dgm:t>
        <a:bodyPr/>
        <a:lstStyle/>
        <a:p>
          <a:endParaRPr lang="en-US"/>
        </a:p>
      </dgm:t>
    </dgm:pt>
    <dgm:pt modelId="{63401E1A-4D14-4F17-95A7-E6C363640561}" type="pres">
      <dgm:prSet presAssocID="{E732AD78-F0E1-41F8-8396-AD66AEE24EED}" presName="Name0" presStyleCnt="0">
        <dgm:presLayoutVars>
          <dgm:dir/>
          <dgm:animLvl val="lvl"/>
          <dgm:resizeHandles val="exact"/>
        </dgm:presLayoutVars>
      </dgm:prSet>
      <dgm:spPr/>
    </dgm:pt>
    <dgm:pt modelId="{E03966B6-5FC8-48D9-A151-D2BE4C836FFB}" type="pres">
      <dgm:prSet presAssocID="{DF875E38-28B9-45B4-8B4B-258E07A923DB}" presName="boxAndChildren" presStyleCnt="0"/>
      <dgm:spPr/>
    </dgm:pt>
    <dgm:pt modelId="{2EB3B49D-8E19-48F9-BFBE-A3811D888B64}" type="pres">
      <dgm:prSet presAssocID="{DF875E38-28B9-45B4-8B4B-258E07A923DB}" presName="parentTextBox" presStyleLbl="alignNode1" presStyleIdx="0" presStyleCnt="3"/>
      <dgm:spPr/>
    </dgm:pt>
    <dgm:pt modelId="{2A14E40B-EEDC-4F5E-B392-9F312F80C494}" type="pres">
      <dgm:prSet presAssocID="{DF875E38-28B9-45B4-8B4B-258E07A923DB}" presName="descendantBox" presStyleLbl="bgAccFollowNode1" presStyleIdx="0" presStyleCnt="3"/>
      <dgm:spPr/>
    </dgm:pt>
    <dgm:pt modelId="{05CC97A9-5C0A-4D7B-B144-BEBF530B7557}" type="pres">
      <dgm:prSet presAssocID="{D58C441A-F23F-4776-A5C5-3F3E1259EB27}" presName="sp" presStyleCnt="0"/>
      <dgm:spPr/>
    </dgm:pt>
    <dgm:pt modelId="{25B11794-2E2C-4045-886C-D329B1A5CF54}" type="pres">
      <dgm:prSet presAssocID="{8650B554-893F-4C98-B77C-23E6F0268997}" presName="arrowAndChildren" presStyleCnt="0"/>
      <dgm:spPr/>
    </dgm:pt>
    <dgm:pt modelId="{683CF953-F990-4867-8CAF-11E2879822C2}" type="pres">
      <dgm:prSet presAssocID="{8650B554-893F-4C98-B77C-23E6F0268997}" presName="parentTextArrow" presStyleLbl="node1" presStyleIdx="0" presStyleCnt="0"/>
      <dgm:spPr/>
    </dgm:pt>
    <dgm:pt modelId="{C91B6525-17C1-480B-B024-431D5CED9216}" type="pres">
      <dgm:prSet presAssocID="{8650B554-893F-4C98-B77C-23E6F0268997}" presName="arrow" presStyleLbl="alignNode1" presStyleIdx="1" presStyleCnt="3"/>
      <dgm:spPr/>
    </dgm:pt>
    <dgm:pt modelId="{CEAA1911-D41C-436E-BE64-1928A108A991}" type="pres">
      <dgm:prSet presAssocID="{8650B554-893F-4C98-B77C-23E6F0268997}" presName="descendantArrow" presStyleLbl="bgAccFollowNode1" presStyleIdx="1" presStyleCnt="3"/>
      <dgm:spPr/>
    </dgm:pt>
    <dgm:pt modelId="{43AEA969-85E8-4B08-A450-B35ED46CA182}" type="pres">
      <dgm:prSet presAssocID="{7188F537-6943-42E8-AB88-237031448887}" presName="sp" presStyleCnt="0"/>
      <dgm:spPr/>
    </dgm:pt>
    <dgm:pt modelId="{AEC85FF7-DAFE-49DA-9BED-49DD878F6070}" type="pres">
      <dgm:prSet presAssocID="{90227A60-BA41-45FE-8836-E9E298CDE5F3}" presName="arrowAndChildren" presStyleCnt="0"/>
      <dgm:spPr/>
    </dgm:pt>
    <dgm:pt modelId="{ED06D588-3E6B-409B-95EF-3E6A70985791}" type="pres">
      <dgm:prSet presAssocID="{90227A60-BA41-45FE-8836-E9E298CDE5F3}" presName="parentTextArrow" presStyleLbl="node1" presStyleIdx="0" presStyleCnt="0"/>
      <dgm:spPr/>
    </dgm:pt>
    <dgm:pt modelId="{D55A3CC8-B852-4C75-B956-85EEE7F05AA9}" type="pres">
      <dgm:prSet presAssocID="{90227A60-BA41-45FE-8836-E9E298CDE5F3}" presName="arrow" presStyleLbl="alignNode1" presStyleIdx="2" presStyleCnt="3"/>
      <dgm:spPr/>
    </dgm:pt>
    <dgm:pt modelId="{10006F86-449C-4E94-995D-F74CAEFFE21F}" type="pres">
      <dgm:prSet presAssocID="{90227A60-BA41-45FE-8836-E9E298CDE5F3}" presName="descendantArrow" presStyleLbl="bgAccFollowNode1" presStyleIdx="2" presStyleCnt="3"/>
      <dgm:spPr/>
    </dgm:pt>
  </dgm:ptLst>
  <dgm:cxnLst>
    <dgm:cxn modelId="{053F3704-6270-4B2C-9E13-9E6B0F96793C}" srcId="{E732AD78-F0E1-41F8-8396-AD66AEE24EED}" destId="{8650B554-893F-4C98-B77C-23E6F0268997}" srcOrd="1" destOrd="0" parTransId="{A649EC60-125B-462A-8A72-03E893A9006B}" sibTransId="{D58C441A-F23F-4776-A5C5-3F3E1259EB27}"/>
    <dgm:cxn modelId="{9E6E5910-A92B-4072-BAC1-D4EBFECF1DF3}" type="presOf" srcId="{90227A60-BA41-45FE-8836-E9E298CDE5F3}" destId="{D55A3CC8-B852-4C75-B956-85EEE7F05AA9}" srcOrd="1" destOrd="0" presId="urn:microsoft.com/office/officeart/2016/7/layout/VerticalDownArrowProcess"/>
    <dgm:cxn modelId="{114BB811-9F5D-4C79-87C3-744AF1EBCCFC}" srcId="{DF875E38-28B9-45B4-8B4B-258E07A923DB}" destId="{434652F1-748C-403A-81F5-60702C85E662}" srcOrd="0" destOrd="0" parTransId="{DEDA0B33-2409-4732-AC79-B15BDCC96BC6}" sibTransId="{4A95C708-ED34-46F7-9B62-FE840299E315}"/>
    <dgm:cxn modelId="{FBE65714-C739-409B-8A26-3823100F6272}" srcId="{E732AD78-F0E1-41F8-8396-AD66AEE24EED}" destId="{90227A60-BA41-45FE-8836-E9E298CDE5F3}" srcOrd="0" destOrd="0" parTransId="{03EB0ADD-E247-4903-9C95-24C016612A70}" sibTransId="{7188F537-6943-42E8-AB88-237031448887}"/>
    <dgm:cxn modelId="{269DB614-82C6-4072-A6C6-C3D23A5D2701}" type="presOf" srcId="{8CB3D700-F7F3-45B4-A3D8-D3005758F33F}" destId="{CEAA1911-D41C-436E-BE64-1928A108A991}" srcOrd="0" destOrd="3" presId="urn:microsoft.com/office/officeart/2016/7/layout/VerticalDownArrowProcess"/>
    <dgm:cxn modelId="{DF7F3923-2FC5-425A-9910-5D89DA13D6D3}" type="presOf" srcId="{AA54881A-B7D9-4F92-BC3A-69757D670B25}" destId="{CEAA1911-D41C-436E-BE64-1928A108A991}" srcOrd="0" destOrd="1" presId="urn:microsoft.com/office/officeart/2016/7/layout/VerticalDownArrowProcess"/>
    <dgm:cxn modelId="{24A89C2A-0B92-4FD8-9BD0-F7681EE30D73}" srcId="{DF875E38-28B9-45B4-8B4B-258E07A923DB}" destId="{30CEDC94-7AEF-452C-8DCB-A1A436DCEEC6}" srcOrd="1" destOrd="0" parTransId="{0CE28AA1-0353-4D54-A244-EFBBFCFF95BE}" sibTransId="{62BA6CC3-9981-455D-B2C0-E534B00B41EF}"/>
    <dgm:cxn modelId="{22784739-F9B9-4238-9777-8C6EEA715A34}" srcId="{8650B554-893F-4C98-B77C-23E6F0268997}" destId="{AA54881A-B7D9-4F92-BC3A-69757D670B25}" srcOrd="1" destOrd="0" parTransId="{704B5F7D-3F27-4A56-95FF-7BA904F79742}" sibTransId="{E5B12EF0-A49C-48AE-9F11-34CC202B5B59}"/>
    <dgm:cxn modelId="{6FAD103B-9174-45D1-A71A-81B89FF0E0BD}" srcId="{8650B554-893F-4C98-B77C-23E6F0268997}" destId="{8CB3D700-F7F3-45B4-A3D8-D3005758F33F}" srcOrd="3" destOrd="0" parTransId="{B46AB43C-6C3F-4A82-BD44-298DC2755184}" sibTransId="{A4FD27C6-1818-4746-B145-ACC8449E66DF}"/>
    <dgm:cxn modelId="{2407D13C-4629-46BA-9717-D8E6122321D5}" srcId="{8650B554-893F-4C98-B77C-23E6F0268997}" destId="{1AA104E9-BB7E-44C2-BEC2-C7D36C57415C}" srcOrd="2" destOrd="0" parTransId="{A5ECCFD3-9816-42CA-BE0C-92CEB6E61EF5}" sibTransId="{2A45A99D-9AEB-40D9-B4F9-DF548FB6F204}"/>
    <dgm:cxn modelId="{1197DA3F-3AFF-493A-805D-E8B0D5467903}" type="presOf" srcId="{434652F1-748C-403A-81F5-60702C85E662}" destId="{2A14E40B-EEDC-4F5E-B392-9F312F80C494}" srcOrd="0" destOrd="0" presId="urn:microsoft.com/office/officeart/2016/7/layout/VerticalDownArrowProcess"/>
    <dgm:cxn modelId="{DB4CE76E-5342-4D20-B1D6-C1F276CE7F58}" type="presOf" srcId="{E732AD78-F0E1-41F8-8396-AD66AEE24EED}" destId="{63401E1A-4D14-4F17-95A7-E6C363640561}" srcOrd="0" destOrd="0" presId="urn:microsoft.com/office/officeart/2016/7/layout/VerticalDownArrowProcess"/>
    <dgm:cxn modelId="{C9943154-D4F0-43EC-807A-58DFF555702A}" srcId="{E732AD78-F0E1-41F8-8396-AD66AEE24EED}" destId="{DF875E38-28B9-45B4-8B4B-258E07A923DB}" srcOrd="2" destOrd="0" parTransId="{7D3E6C91-8190-46F5-A203-730B224172AC}" sibTransId="{500CFC20-2253-475E-84EA-45B42E7E6503}"/>
    <dgm:cxn modelId="{D31AA775-CC54-4243-98D0-967B33591693}" type="presOf" srcId="{90227A60-BA41-45FE-8836-E9E298CDE5F3}" destId="{ED06D588-3E6B-409B-95EF-3E6A70985791}" srcOrd="0" destOrd="0" presId="urn:microsoft.com/office/officeart/2016/7/layout/VerticalDownArrowProcess"/>
    <dgm:cxn modelId="{926C1588-5B14-4775-A5BF-B08C3505A34D}" type="presOf" srcId="{8650B554-893F-4C98-B77C-23E6F0268997}" destId="{683CF953-F990-4867-8CAF-11E2879822C2}" srcOrd="0" destOrd="0" presId="urn:microsoft.com/office/officeart/2016/7/layout/VerticalDownArrowProcess"/>
    <dgm:cxn modelId="{64423DA2-82B3-4812-A856-CBDF1755102B}" type="presOf" srcId="{8650B554-893F-4C98-B77C-23E6F0268997}" destId="{C91B6525-17C1-480B-B024-431D5CED9216}" srcOrd="1" destOrd="0" presId="urn:microsoft.com/office/officeart/2016/7/layout/VerticalDownArrowProcess"/>
    <dgm:cxn modelId="{64D2CEA9-6DC6-40F8-80B3-993C479DAB09}" type="presOf" srcId="{565703A2-3BDC-41B7-BAFF-FE67B46A6EE4}" destId="{10006F86-449C-4E94-995D-F74CAEFFE21F}" srcOrd="0" destOrd="0" presId="urn:microsoft.com/office/officeart/2016/7/layout/VerticalDownArrowProcess"/>
    <dgm:cxn modelId="{BD788CDB-E24B-44A1-95EF-041EBF47526A}" type="presOf" srcId="{1AA104E9-BB7E-44C2-BEC2-C7D36C57415C}" destId="{CEAA1911-D41C-436E-BE64-1928A108A991}" srcOrd="0" destOrd="2" presId="urn:microsoft.com/office/officeart/2016/7/layout/VerticalDownArrowProcess"/>
    <dgm:cxn modelId="{931F81E1-D69A-40BF-B451-DB4F535978B0}" srcId="{90227A60-BA41-45FE-8836-E9E298CDE5F3}" destId="{565703A2-3BDC-41B7-BAFF-FE67B46A6EE4}" srcOrd="0" destOrd="0" parTransId="{76DCF166-830F-48B7-B686-059FAF0DD848}" sibTransId="{86685C4A-F8AD-4A85-90DD-7942B80D04DF}"/>
    <dgm:cxn modelId="{843C13E6-FD1F-4EAC-B9AF-812C78189523}" srcId="{8650B554-893F-4C98-B77C-23E6F0268997}" destId="{7AA81F39-372F-451B-81ED-50C783A762FA}" srcOrd="0" destOrd="0" parTransId="{78F43500-8E65-4996-9A56-859294AA6384}" sibTransId="{7A7FC16C-B073-4B11-AA1F-E8DEA5040BCE}"/>
    <dgm:cxn modelId="{697A4DED-B396-4DF0-8FC7-748347D7FC7A}" type="presOf" srcId="{DF875E38-28B9-45B4-8B4B-258E07A923DB}" destId="{2EB3B49D-8E19-48F9-BFBE-A3811D888B64}" srcOrd="0" destOrd="0" presId="urn:microsoft.com/office/officeart/2016/7/layout/VerticalDownArrowProcess"/>
    <dgm:cxn modelId="{801824F2-C600-4F45-9328-467750CA0D65}" type="presOf" srcId="{30CEDC94-7AEF-452C-8DCB-A1A436DCEEC6}" destId="{2A14E40B-EEDC-4F5E-B392-9F312F80C494}" srcOrd="0" destOrd="1" presId="urn:microsoft.com/office/officeart/2016/7/layout/VerticalDownArrowProcess"/>
    <dgm:cxn modelId="{65462BF3-DB92-46CB-BA54-4981F0E96FEF}" type="presOf" srcId="{7AA81F39-372F-451B-81ED-50C783A762FA}" destId="{CEAA1911-D41C-436E-BE64-1928A108A991}" srcOrd="0" destOrd="0" presId="urn:microsoft.com/office/officeart/2016/7/layout/VerticalDownArrowProcess"/>
    <dgm:cxn modelId="{1D491BB6-9196-4D86-9F05-C0D3E212BB01}" type="presParOf" srcId="{63401E1A-4D14-4F17-95A7-E6C363640561}" destId="{E03966B6-5FC8-48D9-A151-D2BE4C836FFB}" srcOrd="0" destOrd="0" presId="urn:microsoft.com/office/officeart/2016/7/layout/VerticalDownArrowProcess"/>
    <dgm:cxn modelId="{BD92CB7A-9C90-4A1D-AAE3-149C2402849F}" type="presParOf" srcId="{E03966B6-5FC8-48D9-A151-D2BE4C836FFB}" destId="{2EB3B49D-8E19-48F9-BFBE-A3811D888B64}" srcOrd="0" destOrd="0" presId="urn:microsoft.com/office/officeart/2016/7/layout/VerticalDownArrowProcess"/>
    <dgm:cxn modelId="{B407746F-C7DD-4364-A5E4-132B03E13A96}" type="presParOf" srcId="{E03966B6-5FC8-48D9-A151-D2BE4C836FFB}" destId="{2A14E40B-EEDC-4F5E-B392-9F312F80C494}" srcOrd="1" destOrd="0" presId="urn:microsoft.com/office/officeart/2016/7/layout/VerticalDownArrowProcess"/>
    <dgm:cxn modelId="{36D2FE67-7748-4CA7-B216-B0A99FEBB821}" type="presParOf" srcId="{63401E1A-4D14-4F17-95A7-E6C363640561}" destId="{05CC97A9-5C0A-4D7B-B144-BEBF530B7557}" srcOrd="1" destOrd="0" presId="urn:microsoft.com/office/officeart/2016/7/layout/VerticalDownArrowProcess"/>
    <dgm:cxn modelId="{4AEE67C0-49CB-4B24-A2CB-5D341D0C0CCC}" type="presParOf" srcId="{63401E1A-4D14-4F17-95A7-E6C363640561}" destId="{25B11794-2E2C-4045-886C-D329B1A5CF54}" srcOrd="2" destOrd="0" presId="urn:microsoft.com/office/officeart/2016/7/layout/VerticalDownArrowProcess"/>
    <dgm:cxn modelId="{20C66783-6749-4818-9F8F-C2FF5606B194}" type="presParOf" srcId="{25B11794-2E2C-4045-886C-D329B1A5CF54}" destId="{683CF953-F990-4867-8CAF-11E2879822C2}" srcOrd="0" destOrd="0" presId="urn:microsoft.com/office/officeart/2016/7/layout/VerticalDownArrowProcess"/>
    <dgm:cxn modelId="{C3295FF2-7061-434A-9791-7BD0BA5365E7}" type="presParOf" srcId="{25B11794-2E2C-4045-886C-D329B1A5CF54}" destId="{C91B6525-17C1-480B-B024-431D5CED9216}" srcOrd="1" destOrd="0" presId="urn:microsoft.com/office/officeart/2016/7/layout/VerticalDownArrowProcess"/>
    <dgm:cxn modelId="{4655AD81-71D4-44CE-9BD8-07676B5EF381}" type="presParOf" srcId="{25B11794-2E2C-4045-886C-D329B1A5CF54}" destId="{CEAA1911-D41C-436E-BE64-1928A108A991}" srcOrd="2" destOrd="0" presId="urn:microsoft.com/office/officeart/2016/7/layout/VerticalDownArrowProcess"/>
    <dgm:cxn modelId="{015C1C80-FD6D-4EA9-BEFC-936CA1CDA9D3}" type="presParOf" srcId="{63401E1A-4D14-4F17-95A7-E6C363640561}" destId="{43AEA969-85E8-4B08-A450-B35ED46CA182}" srcOrd="3" destOrd="0" presId="urn:microsoft.com/office/officeart/2016/7/layout/VerticalDownArrowProcess"/>
    <dgm:cxn modelId="{CBBB8285-D493-4563-949C-FDE57A9F6DAC}" type="presParOf" srcId="{63401E1A-4D14-4F17-95A7-E6C363640561}" destId="{AEC85FF7-DAFE-49DA-9BED-49DD878F6070}" srcOrd="4" destOrd="0" presId="urn:microsoft.com/office/officeart/2016/7/layout/VerticalDownArrowProcess"/>
    <dgm:cxn modelId="{3AF42BFE-D026-45B1-AFFB-B12B0901B765}" type="presParOf" srcId="{AEC85FF7-DAFE-49DA-9BED-49DD878F6070}" destId="{ED06D588-3E6B-409B-95EF-3E6A70985791}" srcOrd="0" destOrd="0" presId="urn:microsoft.com/office/officeart/2016/7/layout/VerticalDownArrowProcess"/>
    <dgm:cxn modelId="{C013A905-9755-45D6-9CDA-76BFD53EE8BE}" type="presParOf" srcId="{AEC85FF7-DAFE-49DA-9BED-49DD878F6070}" destId="{D55A3CC8-B852-4C75-B956-85EEE7F05AA9}" srcOrd="1" destOrd="0" presId="urn:microsoft.com/office/officeart/2016/7/layout/VerticalDownArrowProcess"/>
    <dgm:cxn modelId="{454D1591-37CF-49CB-BCF7-D504AAD07E4E}" type="presParOf" srcId="{AEC85FF7-DAFE-49DA-9BED-49DD878F6070}" destId="{10006F86-449C-4E94-995D-F74CAEFFE21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9A415C-9570-4AA9-B78D-A9245D3A291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BDD616-B960-4ADF-9A09-D874D55B81C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Limitations</a:t>
          </a:r>
          <a:endParaRPr lang="en-US"/>
        </a:p>
      </dgm:t>
    </dgm:pt>
    <dgm:pt modelId="{DB359824-C85C-45B6-AF10-928CFF43955A}" type="parTrans" cxnId="{14A7B507-7563-462A-99BF-43E3B67827C5}">
      <dgm:prSet/>
      <dgm:spPr/>
      <dgm:t>
        <a:bodyPr/>
        <a:lstStyle/>
        <a:p>
          <a:endParaRPr lang="en-US"/>
        </a:p>
      </dgm:t>
    </dgm:pt>
    <dgm:pt modelId="{B97C4AEA-5AD5-455D-8E79-6BBE56A4B1D5}" type="sibTrans" cxnId="{14A7B507-7563-462A-99BF-43E3B67827C5}">
      <dgm:prSet/>
      <dgm:spPr/>
      <dgm:t>
        <a:bodyPr/>
        <a:lstStyle/>
        <a:p>
          <a:endParaRPr lang="en-US"/>
        </a:p>
      </dgm:t>
    </dgm:pt>
    <dgm:pt modelId="{CFD2DC90-1BD4-4AD9-A03C-4830626BE4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Assumes the wine, beer, and spirits applications follow the same format.</a:t>
          </a:r>
        </a:p>
      </dgm:t>
    </dgm:pt>
    <dgm:pt modelId="{90567050-EC61-4D0A-8BF3-A53E10FA1CFE}" type="parTrans" cxnId="{B973DD41-34FF-41C9-ACF2-DE9EFE84D2F0}">
      <dgm:prSet/>
      <dgm:spPr/>
      <dgm:t>
        <a:bodyPr/>
        <a:lstStyle/>
        <a:p>
          <a:endParaRPr lang="en-US"/>
        </a:p>
      </dgm:t>
    </dgm:pt>
    <dgm:pt modelId="{EE0A78F4-D064-4EC9-893B-0EF19C195D8D}" type="sibTrans" cxnId="{B973DD41-34FF-41C9-ACF2-DE9EFE84D2F0}">
      <dgm:prSet/>
      <dgm:spPr/>
      <dgm:t>
        <a:bodyPr/>
        <a:lstStyle/>
        <a:p>
          <a:endParaRPr lang="en-US"/>
        </a:p>
      </dgm:t>
    </dgm:pt>
    <dgm:pt modelId="{465C1904-AD38-42D8-A1C9-6D36F7A295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real TTB form not used for this prototype. </a:t>
          </a:r>
        </a:p>
      </dgm:t>
    </dgm:pt>
    <dgm:pt modelId="{88A7F7D5-3A4A-4901-83A8-AC51A0AE7C11}" type="parTrans" cxnId="{0F7AD283-24A5-44A0-9A61-CA5486760885}">
      <dgm:prSet/>
      <dgm:spPr/>
      <dgm:t>
        <a:bodyPr/>
        <a:lstStyle/>
        <a:p>
          <a:endParaRPr lang="en-US"/>
        </a:p>
      </dgm:t>
    </dgm:pt>
    <dgm:pt modelId="{6B961B50-2D26-452A-ACDF-4C5BB9194F7A}" type="sibTrans" cxnId="{0F7AD283-24A5-44A0-9A61-CA5486760885}">
      <dgm:prSet/>
      <dgm:spPr/>
      <dgm:t>
        <a:bodyPr/>
        <a:lstStyle/>
        <a:p>
          <a:endParaRPr lang="en-US"/>
        </a:p>
      </dgm:t>
    </dgm:pt>
    <dgm:pt modelId="{718E14B8-7D85-4DB5-ABDB-C0EBF729E3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Currently, there is no logic to handle exceptions for TTB label requirements.</a:t>
          </a:r>
        </a:p>
      </dgm:t>
    </dgm:pt>
    <dgm:pt modelId="{A7C8D805-7ED0-4CF2-A899-2C902D2997AB}" type="parTrans" cxnId="{A80FB4E3-A879-4243-887F-9D71399E630A}">
      <dgm:prSet/>
      <dgm:spPr/>
      <dgm:t>
        <a:bodyPr/>
        <a:lstStyle/>
        <a:p>
          <a:endParaRPr lang="en-US"/>
        </a:p>
      </dgm:t>
    </dgm:pt>
    <dgm:pt modelId="{8E6B360B-8705-4CB6-8E99-02196740D619}" type="sibTrans" cxnId="{A80FB4E3-A879-4243-887F-9D71399E630A}">
      <dgm:prSet/>
      <dgm:spPr/>
      <dgm:t>
        <a:bodyPr/>
        <a:lstStyle/>
        <a:p>
          <a:endParaRPr lang="en-US"/>
        </a:p>
      </dgm:t>
    </dgm:pt>
    <dgm:pt modelId="{F8456EB7-56EE-4ADB-B190-267B402A70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EasyOCR is only configured for English detection models.</a:t>
          </a:r>
        </a:p>
      </dgm:t>
    </dgm:pt>
    <dgm:pt modelId="{FF8E9DD3-7AE8-493B-8DB3-A25440445C1B}" type="parTrans" cxnId="{26EA560B-4CA2-4839-99DF-2EAE09C4245C}">
      <dgm:prSet/>
      <dgm:spPr/>
      <dgm:t>
        <a:bodyPr/>
        <a:lstStyle/>
        <a:p>
          <a:endParaRPr lang="en-US"/>
        </a:p>
      </dgm:t>
    </dgm:pt>
    <dgm:pt modelId="{3A4DAB4A-E893-4601-8399-D6DF60DC3E6C}" type="sibTrans" cxnId="{26EA560B-4CA2-4839-99DF-2EAE09C4245C}">
      <dgm:prSet/>
      <dgm:spPr/>
      <dgm:t>
        <a:bodyPr/>
        <a:lstStyle/>
        <a:p>
          <a:endParaRPr lang="en-US"/>
        </a:p>
      </dgm:t>
    </dgm:pt>
    <dgm:pt modelId="{4440D627-3BA3-42BA-BA68-2E32D78FB98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Next Steps / Action Plan</a:t>
          </a:r>
          <a:endParaRPr lang="en-US" dirty="0"/>
        </a:p>
      </dgm:t>
    </dgm:pt>
    <dgm:pt modelId="{3B72AD5E-FF92-4037-82EF-DD730E70EC19}" type="parTrans" cxnId="{3182011B-8514-4F14-B75E-EF632B008985}">
      <dgm:prSet/>
      <dgm:spPr/>
      <dgm:t>
        <a:bodyPr/>
        <a:lstStyle/>
        <a:p>
          <a:endParaRPr lang="en-US"/>
        </a:p>
      </dgm:t>
    </dgm:pt>
    <dgm:pt modelId="{621EF4E2-394B-4F2E-93B0-3951F0B18710}" type="sibTrans" cxnId="{3182011B-8514-4F14-B75E-EF632B008985}">
      <dgm:prSet/>
      <dgm:spPr/>
      <dgm:t>
        <a:bodyPr/>
        <a:lstStyle/>
        <a:p>
          <a:endParaRPr lang="en-US"/>
        </a:p>
      </dgm:t>
    </dgm:pt>
    <dgm:pt modelId="{D26ABA74-931B-488C-ADF1-3B4F09EEBE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 application security best practices.</a:t>
          </a:r>
        </a:p>
      </dgm:t>
    </dgm:pt>
    <dgm:pt modelId="{688C14D9-E49C-4323-BABA-1701AD960482}" type="parTrans" cxnId="{9D0453E1-D86C-4ED6-AC6E-7B20538FFA76}">
      <dgm:prSet/>
      <dgm:spPr/>
      <dgm:t>
        <a:bodyPr/>
        <a:lstStyle/>
        <a:p>
          <a:endParaRPr lang="en-US"/>
        </a:p>
      </dgm:t>
    </dgm:pt>
    <dgm:pt modelId="{F56102C0-4155-46AC-97A7-DB3B7FEAF0F4}" type="sibTrans" cxnId="{9D0453E1-D86C-4ED6-AC6E-7B20538FFA76}">
      <dgm:prSet/>
      <dgm:spPr/>
      <dgm:t>
        <a:bodyPr/>
        <a:lstStyle/>
        <a:p>
          <a:endParaRPr lang="en-US"/>
        </a:p>
      </dgm:t>
    </dgm:pt>
    <dgm:pt modelId="{DFA800AA-BBC6-46FD-BA3D-47187CD6EC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Ensure compatibility and proper functioning of the application within Azure environments.</a:t>
          </a:r>
        </a:p>
      </dgm:t>
    </dgm:pt>
    <dgm:pt modelId="{AA1A7009-7D57-4F9F-AF92-72DCAEE1C47D}" type="parTrans" cxnId="{22DB3173-9469-4212-B62E-C17F5C0C3028}">
      <dgm:prSet/>
      <dgm:spPr/>
      <dgm:t>
        <a:bodyPr/>
        <a:lstStyle/>
        <a:p>
          <a:endParaRPr lang="en-US"/>
        </a:p>
      </dgm:t>
    </dgm:pt>
    <dgm:pt modelId="{A97FAA06-8C05-4D19-BE42-A16180C44F5E}" type="sibTrans" cxnId="{22DB3173-9469-4212-B62E-C17F5C0C3028}">
      <dgm:prSet/>
      <dgm:spPr/>
      <dgm:t>
        <a:bodyPr/>
        <a:lstStyle/>
        <a:p>
          <a:endParaRPr lang="en-US"/>
        </a:p>
      </dgm:t>
    </dgm:pt>
    <dgm:pt modelId="{4C8C96C1-47F7-42A7-AAC6-931EE07013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Conduct user acceptance testing (UAT) with compliance staff to confirm the application meets functional and regulatory requirements.</a:t>
          </a:r>
        </a:p>
      </dgm:t>
    </dgm:pt>
    <dgm:pt modelId="{C6E31E7B-DBE6-49A0-82DE-1CACE695B3BE}" type="parTrans" cxnId="{80017243-6C8E-40E1-AABB-A3879C92D832}">
      <dgm:prSet/>
      <dgm:spPr/>
      <dgm:t>
        <a:bodyPr/>
        <a:lstStyle/>
        <a:p>
          <a:endParaRPr lang="en-US"/>
        </a:p>
      </dgm:t>
    </dgm:pt>
    <dgm:pt modelId="{211A360F-B568-4B99-84D6-6CC918B89D30}" type="sibTrans" cxnId="{80017243-6C8E-40E1-AABB-A3879C92D832}">
      <dgm:prSet/>
      <dgm:spPr/>
      <dgm:t>
        <a:bodyPr/>
        <a:lstStyle/>
        <a:p>
          <a:endParaRPr lang="en-US"/>
        </a:p>
      </dgm:t>
    </dgm:pt>
    <dgm:pt modelId="{80A860BF-726B-4DB5-BDB6-13AC538E4452}" type="pres">
      <dgm:prSet presAssocID="{9F9A415C-9570-4AA9-B78D-A9245D3A2911}" presName="root" presStyleCnt="0">
        <dgm:presLayoutVars>
          <dgm:dir/>
          <dgm:resizeHandles val="exact"/>
        </dgm:presLayoutVars>
      </dgm:prSet>
      <dgm:spPr/>
    </dgm:pt>
    <dgm:pt modelId="{6E43DE7E-9A6A-4AD0-BE6C-4F56D3D75869}" type="pres">
      <dgm:prSet presAssocID="{9EBDD616-B960-4ADF-9A09-D874D55B81CB}" presName="compNode" presStyleCnt="0"/>
      <dgm:spPr/>
    </dgm:pt>
    <dgm:pt modelId="{D1828F50-33D9-49A6-9101-4F808AF9C7B3}" type="pres">
      <dgm:prSet presAssocID="{9EBDD616-B960-4ADF-9A09-D874D55B81C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r"/>
        </a:ext>
      </dgm:extLst>
    </dgm:pt>
    <dgm:pt modelId="{0C748E34-8211-462A-B488-FECB89478783}" type="pres">
      <dgm:prSet presAssocID="{9EBDD616-B960-4ADF-9A09-D874D55B81CB}" presName="iconSpace" presStyleCnt="0"/>
      <dgm:spPr/>
    </dgm:pt>
    <dgm:pt modelId="{E4C6D99C-C04B-4EB9-A900-0A99BFA7B5AE}" type="pres">
      <dgm:prSet presAssocID="{9EBDD616-B960-4ADF-9A09-D874D55B81CB}" presName="parTx" presStyleLbl="revTx" presStyleIdx="0" presStyleCnt="4">
        <dgm:presLayoutVars>
          <dgm:chMax val="0"/>
          <dgm:chPref val="0"/>
        </dgm:presLayoutVars>
      </dgm:prSet>
      <dgm:spPr/>
    </dgm:pt>
    <dgm:pt modelId="{9403956B-1179-4626-A6A6-11CC45350294}" type="pres">
      <dgm:prSet presAssocID="{9EBDD616-B960-4ADF-9A09-D874D55B81CB}" presName="txSpace" presStyleCnt="0"/>
      <dgm:spPr/>
    </dgm:pt>
    <dgm:pt modelId="{79FF024F-1E19-4DC1-B466-F373FBF64661}" type="pres">
      <dgm:prSet presAssocID="{9EBDD616-B960-4ADF-9A09-D874D55B81CB}" presName="desTx" presStyleLbl="revTx" presStyleIdx="1" presStyleCnt="4">
        <dgm:presLayoutVars/>
      </dgm:prSet>
      <dgm:spPr/>
    </dgm:pt>
    <dgm:pt modelId="{3A992E6E-B0E9-4650-B048-0FD0E7E8B98C}" type="pres">
      <dgm:prSet presAssocID="{B97C4AEA-5AD5-455D-8E79-6BBE56A4B1D5}" presName="sibTrans" presStyleCnt="0"/>
      <dgm:spPr/>
    </dgm:pt>
    <dgm:pt modelId="{B4DE4948-FC8A-4A0E-BAF5-E3DC2D599B51}" type="pres">
      <dgm:prSet presAssocID="{4440D627-3BA3-42BA-BA68-2E32D78FB986}" presName="compNode" presStyleCnt="0"/>
      <dgm:spPr/>
    </dgm:pt>
    <dgm:pt modelId="{8137196B-1B0C-4049-995A-502DACD1600D}" type="pres">
      <dgm:prSet presAssocID="{4440D627-3BA3-42BA-BA68-2E32D78FB9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5DF619D-33E7-4357-BD9B-999286A97894}" type="pres">
      <dgm:prSet presAssocID="{4440D627-3BA3-42BA-BA68-2E32D78FB986}" presName="iconSpace" presStyleCnt="0"/>
      <dgm:spPr/>
    </dgm:pt>
    <dgm:pt modelId="{855BA8C8-09BE-476A-9F16-64DAF73131AA}" type="pres">
      <dgm:prSet presAssocID="{4440D627-3BA3-42BA-BA68-2E32D78FB986}" presName="parTx" presStyleLbl="revTx" presStyleIdx="2" presStyleCnt="4">
        <dgm:presLayoutVars>
          <dgm:chMax val="0"/>
          <dgm:chPref val="0"/>
        </dgm:presLayoutVars>
      </dgm:prSet>
      <dgm:spPr/>
    </dgm:pt>
    <dgm:pt modelId="{D0E98598-3D2D-4CEB-895F-FA4A3824D61D}" type="pres">
      <dgm:prSet presAssocID="{4440D627-3BA3-42BA-BA68-2E32D78FB986}" presName="txSpace" presStyleCnt="0"/>
      <dgm:spPr/>
    </dgm:pt>
    <dgm:pt modelId="{B5B87209-E5FD-4D09-8FD4-3065B019AB4D}" type="pres">
      <dgm:prSet presAssocID="{4440D627-3BA3-42BA-BA68-2E32D78FB986}" presName="desTx" presStyleLbl="revTx" presStyleIdx="3" presStyleCnt="4" custLinFactNeighborX="-456" custLinFactNeighborY="520">
        <dgm:presLayoutVars/>
      </dgm:prSet>
      <dgm:spPr/>
    </dgm:pt>
  </dgm:ptLst>
  <dgm:cxnLst>
    <dgm:cxn modelId="{14A7B507-7563-462A-99BF-43E3B67827C5}" srcId="{9F9A415C-9570-4AA9-B78D-A9245D3A2911}" destId="{9EBDD616-B960-4ADF-9A09-D874D55B81CB}" srcOrd="0" destOrd="0" parTransId="{DB359824-C85C-45B6-AF10-928CFF43955A}" sibTransId="{B97C4AEA-5AD5-455D-8E79-6BBE56A4B1D5}"/>
    <dgm:cxn modelId="{26EA560B-4CA2-4839-99DF-2EAE09C4245C}" srcId="{9EBDD616-B960-4ADF-9A09-D874D55B81CB}" destId="{F8456EB7-56EE-4ADB-B190-267B402A7057}" srcOrd="3" destOrd="0" parTransId="{FF8E9DD3-7AE8-493B-8DB3-A25440445C1B}" sibTransId="{3A4DAB4A-E893-4601-8399-D6DF60DC3E6C}"/>
    <dgm:cxn modelId="{4EC53F0C-6BE5-4D6E-95F5-C87AC1416696}" type="presOf" srcId="{DFA800AA-BBC6-46FD-BA3D-47187CD6ECF7}" destId="{B5B87209-E5FD-4D09-8FD4-3065B019AB4D}" srcOrd="0" destOrd="1" presId="urn:microsoft.com/office/officeart/2018/2/layout/IconLabelDescriptionList"/>
    <dgm:cxn modelId="{3182011B-8514-4F14-B75E-EF632B008985}" srcId="{9F9A415C-9570-4AA9-B78D-A9245D3A2911}" destId="{4440D627-3BA3-42BA-BA68-2E32D78FB986}" srcOrd="1" destOrd="0" parTransId="{3B72AD5E-FF92-4037-82EF-DD730E70EC19}" sibTransId="{621EF4E2-394B-4F2E-93B0-3951F0B18710}"/>
    <dgm:cxn modelId="{F766523E-3035-47A7-8E98-1B208933A760}" type="presOf" srcId="{9F9A415C-9570-4AA9-B78D-A9245D3A2911}" destId="{80A860BF-726B-4DB5-BDB6-13AC538E4452}" srcOrd="0" destOrd="0" presId="urn:microsoft.com/office/officeart/2018/2/layout/IconLabelDescriptionList"/>
    <dgm:cxn modelId="{1FEE675E-87DD-4E52-9E99-5F0FB8582075}" type="presOf" srcId="{CFD2DC90-1BD4-4AD9-A03C-4830626BE454}" destId="{79FF024F-1E19-4DC1-B466-F373FBF64661}" srcOrd="0" destOrd="0" presId="urn:microsoft.com/office/officeart/2018/2/layout/IconLabelDescriptionList"/>
    <dgm:cxn modelId="{B973DD41-34FF-41C9-ACF2-DE9EFE84D2F0}" srcId="{9EBDD616-B960-4ADF-9A09-D874D55B81CB}" destId="{CFD2DC90-1BD4-4AD9-A03C-4830626BE454}" srcOrd="0" destOrd="0" parTransId="{90567050-EC61-4D0A-8BF3-A53E10FA1CFE}" sibTransId="{EE0A78F4-D064-4EC9-893B-0EF19C195D8D}"/>
    <dgm:cxn modelId="{80017243-6C8E-40E1-AABB-A3879C92D832}" srcId="{4440D627-3BA3-42BA-BA68-2E32D78FB986}" destId="{4C8C96C1-47F7-42A7-AAC6-931EE0701367}" srcOrd="2" destOrd="0" parTransId="{C6E31E7B-DBE6-49A0-82DE-1CACE695B3BE}" sibTransId="{211A360F-B568-4B99-84D6-6CC918B89D30}"/>
    <dgm:cxn modelId="{77A0CF70-9EDA-4ACB-AE62-09A4C23FE243}" type="presOf" srcId="{F8456EB7-56EE-4ADB-B190-267B402A7057}" destId="{79FF024F-1E19-4DC1-B466-F373FBF64661}" srcOrd="0" destOrd="3" presId="urn:microsoft.com/office/officeart/2018/2/layout/IconLabelDescriptionList"/>
    <dgm:cxn modelId="{22DB3173-9469-4212-B62E-C17F5C0C3028}" srcId="{4440D627-3BA3-42BA-BA68-2E32D78FB986}" destId="{DFA800AA-BBC6-46FD-BA3D-47187CD6ECF7}" srcOrd="1" destOrd="0" parTransId="{AA1A7009-7D57-4F9F-AF92-72DCAEE1C47D}" sibTransId="{A97FAA06-8C05-4D19-BE42-A16180C44F5E}"/>
    <dgm:cxn modelId="{53FDE974-3DF2-425F-A992-86CA62CCA131}" type="presOf" srcId="{9EBDD616-B960-4ADF-9A09-D874D55B81CB}" destId="{E4C6D99C-C04B-4EB9-A900-0A99BFA7B5AE}" srcOrd="0" destOrd="0" presId="urn:microsoft.com/office/officeart/2018/2/layout/IconLabelDescriptionList"/>
    <dgm:cxn modelId="{BD293659-14FD-483E-8E8B-0F9B59943B71}" type="presOf" srcId="{718E14B8-7D85-4DB5-ABDB-C0EBF729E307}" destId="{79FF024F-1E19-4DC1-B466-F373FBF64661}" srcOrd="0" destOrd="2" presId="urn:microsoft.com/office/officeart/2018/2/layout/IconLabelDescriptionList"/>
    <dgm:cxn modelId="{36B33D7B-A2BB-40A7-861F-48E5DF4F0621}" type="presOf" srcId="{4C8C96C1-47F7-42A7-AAC6-931EE0701367}" destId="{B5B87209-E5FD-4D09-8FD4-3065B019AB4D}" srcOrd="0" destOrd="2" presId="urn:microsoft.com/office/officeart/2018/2/layout/IconLabelDescriptionList"/>
    <dgm:cxn modelId="{0F7AD283-24A5-44A0-9A61-CA5486760885}" srcId="{9EBDD616-B960-4ADF-9A09-D874D55B81CB}" destId="{465C1904-AD38-42D8-A1C9-6D36F7A29545}" srcOrd="1" destOrd="0" parTransId="{88A7F7D5-3A4A-4901-83A8-AC51A0AE7C11}" sibTransId="{6B961B50-2D26-452A-ACDF-4C5BB9194F7A}"/>
    <dgm:cxn modelId="{7266828D-6992-47EC-ABB7-FD776B0BCFF9}" type="presOf" srcId="{465C1904-AD38-42D8-A1C9-6D36F7A29545}" destId="{79FF024F-1E19-4DC1-B466-F373FBF64661}" srcOrd="0" destOrd="1" presId="urn:microsoft.com/office/officeart/2018/2/layout/IconLabelDescriptionList"/>
    <dgm:cxn modelId="{A52AAC90-59C5-466A-825E-F17EFE2DD251}" type="presOf" srcId="{D26ABA74-931B-488C-ADF1-3B4F09EEBEE1}" destId="{B5B87209-E5FD-4D09-8FD4-3065B019AB4D}" srcOrd="0" destOrd="0" presId="urn:microsoft.com/office/officeart/2018/2/layout/IconLabelDescriptionList"/>
    <dgm:cxn modelId="{735600C2-6B7B-47D1-A9A8-36E1F13BCE8E}" type="presOf" srcId="{4440D627-3BA3-42BA-BA68-2E32D78FB986}" destId="{855BA8C8-09BE-476A-9F16-64DAF73131AA}" srcOrd="0" destOrd="0" presId="urn:microsoft.com/office/officeart/2018/2/layout/IconLabelDescriptionList"/>
    <dgm:cxn modelId="{9D0453E1-D86C-4ED6-AC6E-7B20538FFA76}" srcId="{4440D627-3BA3-42BA-BA68-2E32D78FB986}" destId="{D26ABA74-931B-488C-ADF1-3B4F09EEBEE1}" srcOrd="0" destOrd="0" parTransId="{688C14D9-E49C-4323-BABA-1701AD960482}" sibTransId="{F56102C0-4155-46AC-97A7-DB3B7FEAF0F4}"/>
    <dgm:cxn modelId="{A80FB4E3-A879-4243-887F-9D71399E630A}" srcId="{9EBDD616-B960-4ADF-9A09-D874D55B81CB}" destId="{718E14B8-7D85-4DB5-ABDB-C0EBF729E307}" srcOrd="2" destOrd="0" parTransId="{A7C8D805-7ED0-4CF2-A899-2C902D2997AB}" sibTransId="{8E6B360B-8705-4CB6-8E99-02196740D619}"/>
    <dgm:cxn modelId="{94F41D36-4B97-42EC-8402-3B478F5493DE}" type="presParOf" srcId="{80A860BF-726B-4DB5-BDB6-13AC538E4452}" destId="{6E43DE7E-9A6A-4AD0-BE6C-4F56D3D75869}" srcOrd="0" destOrd="0" presId="urn:microsoft.com/office/officeart/2018/2/layout/IconLabelDescriptionList"/>
    <dgm:cxn modelId="{A99994E0-7D8D-4C5A-B40D-10765863DBA2}" type="presParOf" srcId="{6E43DE7E-9A6A-4AD0-BE6C-4F56D3D75869}" destId="{D1828F50-33D9-49A6-9101-4F808AF9C7B3}" srcOrd="0" destOrd="0" presId="urn:microsoft.com/office/officeart/2018/2/layout/IconLabelDescriptionList"/>
    <dgm:cxn modelId="{EC9D21D3-6FEC-4538-AD33-54969EBDEF18}" type="presParOf" srcId="{6E43DE7E-9A6A-4AD0-BE6C-4F56D3D75869}" destId="{0C748E34-8211-462A-B488-FECB89478783}" srcOrd="1" destOrd="0" presId="urn:microsoft.com/office/officeart/2018/2/layout/IconLabelDescriptionList"/>
    <dgm:cxn modelId="{CBA86F01-0250-4530-A784-32EFEC87AAAB}" type="presParOf" srcId="{6E43DE7E-9A6A-4AD0-BE6C-4F56D3D75869}" destId="{E4C6D99C-C04B-4EB9-A900-0A99BFA7B5AE}" srcOrd="2" destOrd="0" presId="urn:microsoft.com/office/officeart/2018/2/layout/IconLabelDescriptionList"/>
    <dgm:cxn modelId="{3963BD62-0835-4C6F-825D-776A2855219C}" type="presParOf" srcId="{6E43DE7E-9A6A-4AD0-BE6C-4F56D3D75869}" destId="{9403956B-1179-4626-A6A6-11CC45350294}" srcOrd="3" destOrd="0" presId="urn:microsoft.com/office/officeart/2018/2/layout/IconLabelDescriptionList"/>
    <dgm:cxn modelId="{57DDDA89-9DAE-4FC4-B8FB-148EBC8E9E7C}" type="presParOf" srcId="{6E43DE7E-9A6A-4AD0-BE6C-4F56D3D75869}" destId="{79FF024F-1E19-4DC1-B466-F373FBF64661}" srcOrd="4" destOrd="0" presId="urn:microsoft.com/office/officeart/2018/2/layout/IconLabelDescriptionList"/>
    <dgm:cxn modelId="{E7A3F122-C7B1-4B6F-9DF0-C500EC411F60}" type="presParOf" srcId="{80A860BF-726B-4DB5-BDB6-13AC538E4452}" destId="{3A992E6E-B0E9-4650-B048-0FD0E7E8B98C}" srcOrd="1" destOrd="0" presId="urn:microsoft.com/office/officeart/2018/2/layout/IconLabelDescriptionList"/>
    <dgm:cxn modelId="{56A4A41A-BFFA-4C95-8178-810F22A7519C}" type="presParOf" srcId="{80A860BF-726B-4DB5-BDB6-13AC538E4452}" destId="{B4DE4948-FC8A-4A0E-BAF5-E3DC2D599B51}" srcOrd="2" destOrd="0" presId="urn:microsoft.com/office/officeart/2018/2/layout/IconLabelDescriptionList"/>
    <dgm:cxn modelId="{D8B5E78F-ABDA-46A2-AE10-7FDFD2B8C206}" type="presParOf" srcId="{B4DE4948-FC8A-4A0E-BAF5-E3DC2D599B51}" destId="{8137196B-1B0C-4049-995A-502DACD1600D}" srcOrd="0" destOrd="0" presId="urn:microsoft.com/office/officeart/2018/2/layout/IconLabelDescriptionList"/>
    <dgm:cxn modelId="{8D37C1D0-8966-4C90-876A-1DE99D3EBA9A}" type="presParOf" srcId="{B4DE4948-FC8A-4A0E-BAF5-E3DC2D599B51}" destId="{35DF619D-33E7-4357-BD9B-999286A97894}" srcOrd="1" destOrd="0" presId="urn:microsoft.com/office/officeart/2018/2/layout/IconLabelDescriptionList"/>
    <dgm:cxn modelId="{57E30580-372D-4078-A3BE-D6AF1BBD4B36}" type="presParOf" srcId="{B4DE4948-FC8A-4A0E-BAF5-E3DC2D599B51}" destId="{855BA8C8-09BE-476A-9F16-64DAF73131AA}" srcOrd="2" destOrd="0" presId="urn:microsoft.com/office/officeart/2018/2/layout/IconLabelDescriptionList"/>
    <dgm:cxn modelId="{9BE85B54-FEE2-4A4A-92EF-13DCCE7884E4}" type="presParOf" srcId="{B4DE4948-FC8A-4A0E-BAF5-E3DC2D599B51}" destId="{D0E98598-3D2D-4CEB-895F-FA4A3824D61D}" srcOrd="3" destOrd="0" presId="urn:microsoft.com/office/officeart/2018/2/layout/IconLabelDescriptionList"/>
    <dgm:cxn modelId="{FE056F9C-5375-4191-B8BE-8491BD725556}" type="presParOf" srcId="{B4DE4948-FC8A-4A0E-BAF5-E3DC2D599B51}" destId="{B5B87209-E5FD-4D09-8FD4-3065B019AB4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20EDA2-1285-4223-B7A4-809B319683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8F273B7-109E-4DF7-87DC-848E5F617D91}">
      <dgm:prSet/>
      <dgm:spPr/>
      <dgm:t>
        <a:bodyPr/>
        <a:lstStyle/>
        <a:p>
          <a:r>
            <a:rPr lang="en-US" b="1"/>
            <a:t>Phase 1: Initiate / Requirements Gathering</a:t>
          </a:r>
          <a:endParaRPr lang="en-US"/>
        </a:p>
      </dgm:t>
    </dgm:pt>
    <dgm:pt modelId="{8C54434E-AD32-4471-8494-469A51DEECAE}" type="parTrans" cxnId="{B5CE393B-C9BF-4454-87D8-ED26DC385FE1}">
      <dgm:prSet/>
      <dgm:spPr/>
      <dgm:t>
        <a:bodyPr/>
        <a:lstStyle/>
        <a:p>
          <a:endParaRPr lang="en-US"/>
        </a:p>
      </dgm:t>
    </dgm:pt>
    <dgm:pt modelId="{E1E6F3C7-A42B-469B-BFAA-4185C5A27084}" type="sibTrans" cxnId="{B5CE393B-C9BF-4454-87D8-ED26DC385FE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8BFE605-BD17-4486-A424-85DFFD08D200}">
      <dgm:prSet/>
      <dgm:spPr/>
      <dgm:t>
        <a:bodyPr/>
        <a:lstStyle/>
        <a:p>
          <a:r>
            <a:rPr lang="en-US"/>
            <a:t>Define scope, gather stakeholder needs.</a:t>
          </a:r>
        </a:p>
      </dgm:t>
    </dgm:pt>
    <dgm:pt modelId="{DC2C8E04-3F91-4E94-AF16-40193F195DFE}" type="parTrans" cxnId="{EF243036-A62F-406F-99C1-11339A0DBACC}">
      <dgm:prSet/>
      <dgm:spPr/>
      <dgm:t>
        <a:bodyPr/>
        <a:lstStyle/>
        <a:p>
          <a:endParaRPr lang="en-US"/>
        </a:p>
      </dgm:t>
    </dgm:pt>
    <dgm:pt modelId="{3A06247C-6805-4149-A21E-29F3B9EA6CC2}" type="sibTrans" cxnId="{EF243036-A62F-406F-99C1-11339A0DBACC}">
      <dgm:prSet/>
      <dgm:spPr/>
      <dgm:t>
        <a:bodyPr/>
        <a:lstStyle/>
        <a:p>
          <a:endParaRPr lang="en-US"/>
        </a:p>
      </dgm:t>
    </dgm:pt>
    <dgm:pt modelId="{C73D1AD2-1304-4F2D-98FE-1B76705ADC03}">
      <dgm:prSet/>
      <dgm:spPr/>
      <dgm:t>
        <a:bodyPr/>
        <a:lstStyle/>
        <a:p>
          <a:r>
            <a:rPr lang="en-US" b="1"/>
            <a:t>Phase 2: Design</a:t>
          </a:r>
          <a:endParaRPr lang="en-US"/>
        </a:p>
      </dgm:t>
    </dgm:pt>
    <dgm:pt modelId="{8327672A-9818-444B-9D72-05D20F963E62}" type="parTrans" cxnId="{95B218F7-5A63-4153-BA3F-ED4D4187726E}">
      <dgm:prSet/>
      <dgm:spPr/>
      <dgm:t>
        <a:bodyPr/>
        <a:lstStyle/>
        <a:p>
          <a:endParaRPr lang="en-US"/>
        </a:p>
      </dgm:t>
    </dgm:pt>
    <dgm:pt modelId="{BA12290E-6F04-4613-BD11-7AF748DEEDE7}" type="sibTrans" cxnId="{95B218F7-5A63-4153-BA3F-ED4D4187726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9ECFCAB-3E45-4CE4-98FA-DCB80F36C4A2}">
      <dgm:prSet/>
      <dgm:spPr/>
      <dgm:t>
        <a:bodyPr/>
        <a:lstStyle/>
        <a:p>
          <a:r>
            <a:rPr lang="en-US"/>
            <a:t>Create architecture, workflow, and UI mockups.</a:t>
          </a:r>
        </a:p>
      </dgm:t>
    </dgm:pt>
    <dgm:pt modelId="{596B8CC0-408F-410F-BD60-12F31AC0352F}" type="parTrans" cxnId="{E040A571-A788-485F-A17E-F756D3B55819}">
      <dgm:prSet/>
      <dgm:spPr/>
      <dgm:t>
        <a:bodyPr/>
        <a:lstStyle/>
        <a:p>
          <a:endParaRPr lang="en-US"/>
        </a:p>
      </dgm:t>
    </dgm:pt>
    <dgm:pt modelId="{A8B4CAC8-33F1-43FC-ACD7-0DA5DAEA7064}" type="sibTrans" cxnId="{E040A571-A788-485F-A17E-F756D3B55819}">
      <dgm:prSet/>
      <dgm:spPr/>
      <dgm:t>
        <a:bodyPr/>
        <a:lstStyle/>
        <a:p>
          <a:endParaRPr lang="en-US"/>
        </a:p>
      </dgm:t>
    </dgm:pt>
    <dgm:pt modelId="{FA8F9DB4-5E3F-47D4-8629-B33B3437480E}">
      <dgm:prSet/>
      <dgm:spPr/>
      <dgm:t>
        <a:bodyPr/>
        <a:lstStyle/>
        <a:p>
          <a:r>
            <a:rPr lang="en-US" b="1"/>
            <a:t>Phase 3: Build</a:t>
          </a:r>
          <a:r>
            <a:rPr lang="en-US"/>
            <a:t> </a:t>
          </a:r>
        </a:p>
      </dgm:t>
    </dgm:pt>
    <dgm:pt modelId="{62126F05-11D4-44E4-A97E-F90A7CE466C2}" type="parTrans" cxnId="{A5EEA422-3E35-49F7-9285-3C01EA9F1BD5}">
      <dgm:prSet/>
      <dgm:spPr/>
      <dgm:t>
        <a:bodyPr/>
        <a:lstStyle/>
        <a:p>
          <a:endParaRPr lang="en-US"/>
        </a:p>
      </dgm:t>
    </dgm:pt>
    <dgm:pt modelId="{17827E36-0231-48B4-895F-830AB42D95AD}" type="sibTrans" cxnId="{A5EEA422-3E35-49F7-9285-3C01EA9F1BD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45088B0-6A28-4789-8902-35BBFD9D8179}">
      <dgm:prSet/>
      <dgm:spPr/>
      <dgm:t>
        <a:bodyPr/>
        <a:lstStyle/>
        <a:p>
          <a:r>
            <a:rPr lang="en-US"/>
            <a:t>Implement AI label verification, batch upload, and tests.</a:t>
          </a:r>
        </a:p>
      </dgm:t>
    </dgm:pt>
    <dgm:pt modelId="{2A292F85-F14C-430F-B1E6-725D5BA3DCCC}" type="parTrans" cxnId="{995957F2-33D6-4047-AEE6-011329030351}">
      <dgm:prSet/>
      <dgm:spPr/>
      <dgm:t>
        <a:bodyPr/>
        <a:lstStyle/>
        <a:p>
          <a:endParaRPr lang="en-US"/>
        </a:p>
      </dgm:t>
    </dgm:pt>
    <dgm:pt modelId="{C6C7A829-9711-438F-8289-7625C3173871}" type="sibTrans" cxnId="{995957F2-33D6-4047-AEE6-011329030351}">
      <dgm:prSet/>
      <dgm:spPr/>
      <dgm:t>
        <a:bodyPr/>
        <a:lstStyle/>
        <a:p>
          <a:endParaRPr lang="en-US"/>
        </a:p>
      </dgm:t>
    </dgm:pt>
    <dgm:pt modelId="{72953813-F7E9-4EFC-8244-B9E57053ADD9}">
      <dgm:prSet/>
      <dgm:spPr/>
      <dgm:t>
        <a:bodyPr/>
        <a:lstStyle/>
        <a:p>
          <a:r>
            <a:rPr lang="en-US" b="1"/>
            <a:t>Phase 4: Deploy in Test Environment</a:t>
          </a:r>
          <a:endParaRPr lang="en-US"/>
        </a:p>
      </dgm:t>
    </dgm:pt>
    <dgm:pt modelId="{D942E7EC-8B10-42D6-B206-3202E15D50AE}" type="parTrans" cxnId="{B7E38245-0F2F-4481-BD36-9F1C2D281A6C}">
      <dgm:prSet/>
      <dgm:spPr/>
      <dgm:t>
        <a:bodyPr/>
        <a:lstStyle/>
        <a:p>
          <a:endParaRPr lang="en-US"/>
        </a:p>
      </dgm:t>
    </dgm:pt>
    <dgm:pt modelId="{D621FA05-1C61-41D0-8441-42BD4CAA24C2}" type="sibTrans" cxnId="{B7E38245-0F2F-4481-BD36-9F1C2D281A6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D3AC1BC-20B3-4801-914E-07971B690952}">
      <dgm:prSet/>
      <dgm:spPr/>
      <dgm:t>
        <a:bodyPr/>
        <a:lstStyle/>
        <a:p>
          <a:r>
            <a:rPr lang="en-US"/>
            <a:t>Functional testing, UAT, performance checks.</a:t>
          </a:r>
        </a:p>
      </dgm:t>
    </dgm:pt>
    <dgm:pt modelId="{7C1004BD-ADD6-4C27-B42A-29D47B298224}" type="parTrans" cxnId="{C9074302-CCB4-4C0A-9C5E-F6A6B5D0DCBA}">
      <dgm:prSet/>
      <dgm:spPr/>
      <dgm:t>
        <a:bodyPr/>
        <a:lstStyle/>
        <a:p>
          <a:endParaRPr lang="en-US"/>
        </a:p>
      </dgm:t>
    </dgm:pt>
    <dgm:pt modelId="{22AECED4-781C-4CAF-BBDB-44E36602330C}" type="sibTrans" cxnId="{C9074302-CCB4-4C0A-9C5E-F6A6B5D0DCBA}">
      <dgm:prSet/>
      <dgm:spPr/>
      <dgm:t>
        <a:bodyPr/>
        <a:lstStyle/>
        <a:p>
          <a:endParaRPr lang="en-US"/>
        </a:p>
      </dgm:t>
    </dgm:pt>
    <dgm:pt modelId="{D410FB71-2BF2-4B72-8E69-4A75F1622A57}">
      <dgm:prSet/>
      <dgm:spPr/>
      <dgm:t>
        <a:bodyPr/>
        <a:lstStyle/>
        <a:p>
          <a:r>
            <a:rPr lang="en-US" b="1"/>
            <a:t>Phase 5: Deploy to Production</a:t>
          </a:r>
          <a:endParaRPr lang="en-US"/>
        </a:p>
      </dgm:t>
    </dgm:pt>
    <dgm:pt modelId="{8DA02823-19E6-4295-B1F2-2DFE3E4FAF29}" type="parTrans" cxnId="{9D8CE7D9-27A5-4845-BA65-AA6BED7CD21C}">
      <dgm:prSet/>
      <dgm:spPr/>
      <dgm:t>
        <a:bodyPr/>
        <a:lstStyle/>
        <a:p>
          <a:endParaRPr lang="en-US"/>
        </a:p>
      </dgm:t>
    </dgm:pt>
    <dgm:pt modelId="{EEE3A929-40D1-4E93-AFF1-8500CA95E5C6}" type="sibTrans" cxnId="{9D8CE7D9-27A5-4845-BA65-AA6BED7CD21C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DCB4AD9-2931-4C74-9E99-5486703CAD17}">
      <dgm:prSet/>
      <dgm:spPr/>
      <dgm:t>
        <a:bodyPr/>
        <a:lstStyle/>
        <a:p>
          <a:r>
            <a:rPr lang="en-US"/>
            <a:t>Integrate with systems, ensure security and compliance.</a:t>
          </a:r>
        </a:p>
      </dgm:t>
    </dgm:pt>
    <dgm:pt modelId="{0DB742BC-D4D2-41E0-9433-1AD5BC316FEC}" type="parTrans" cxnId="{A3825500-FBAF-40CD-9571-961F5D022004}">
      <dgm:prSet/>
      <dgm:spPr/>
      <dgm:t>
        <a:bodyPr/>
        <a:lstStyle/>
        <a:p>
          <a:endParaRPr lang="en-US"/>
        </a:p>
      </dgm:t>
    </dgm:pt>
    <dgm:pt modelId="{7574CA6F-05E6-49DA-97C4-80FCF65A16F9}" type="sibTrans" cxnId="{A3825500-FBAF-40CD-9571-961F5D022004}">
      <dgm:prSet/>
      <dgm:spPr/>
      <dgm:t>
        <a:bodyPr/>
        <a:lstStyle/>
        <a:p>
          <a:endParaRPr lang="en-US"/>
        </a:p>
      </dgm:t>
    </dgm:pt>
    <dgm:pt modelId="{8B894DF7-919A-4656-85DA-90FE47A12A64}" type="pres">
      <dgm:prSet presAssocID="{AA20EDA2-1285-4223-B7A4-809B31968315}" presName="Name0" presStyleCnt="0">
        <dgm:presLayoutVars>
          <dgm:animLvl val="lvl"/>
          <dgm:resizeHandles val="exact"/>
        </dgm:presLayoutVars>
      </dgm:prSet>
      <dgm:spPr/>
    </dgm:pt>
    <dgm:pt modelId="{A401A869-480E-43EA-BC68-42AE3AEC030F}" type="pres">
      <dgm:prSet presAssocID="{C8F273B7-109E-4DF7-87DC-848E5F617D91}" presName="compositeNode" presStyleCnt="0">
        <dgm:presLayoutVars>
          <dgm:bulletEnabled val="1"/>
        </dgm:presLayoutVars>
      </dgm:prSet>
      <dgm:spPr/>
    </dgm:pt>
    <dgm:pt modelId="{FB0C9D69-91AF-40AB-8BBE-990E4E6300A0}" type="pres">
      <dgm:prSet presAssocID="{C8F273B7-109E-4DF7-87DC-848E5F617D91}" presName="bgRect" presStyleLbl="bgAccFollowNode1" presStyleIdx="0" presStyleCnt="5"/>
      <dgm:spPr/>
    </dgm:pt>
    <dgm:pt modelId="{B9BD55EA-133B-462E-AE33-F7B231E7DEC0}" type="pres">
      <dgm:prSet presAssocID="{E1E6F3C7-A42B-469B-BFAA-4185C5A27084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ABF5A1EB-9157-4ACC-BAFE-C4CC12967E6B}" type="pres">
      <dgm:prSet presAssocID="{C8F273B7-109E-4DF7-87DC-848E5F617D91}" presName="bottomLine" presStyleLbl="alignNode1" presStyleIdx="1" presStyleCnt="10">
        <dgm:presLayoutVars/>
      </dgm:prSet>
      <dgm:spPr/>
    </dgm:pt>
    <dgm:pt modelId="{76D17EEC-1F8F-4494-A130-82D097CEC5BA}" type="pres">
      <dgm:prSet presAssocID="{C8F273B7-109E-4DF7-87DC-848E5F617D91}" presName="nodeText" presStyleLbl="bgAccFollowNode1" presStyleIdx="0" presStyleCnt="5">
        <dgm:presLayoutVars>
          <dgm:bulletEnabled val="1"/>
        </dgm:presLayoutVars>
      </dgm:prSet>
      <dgm:spPr/>
    </dgm:pt>
    <dgm:pt modelId="{6CAF9AF9-26D0-4D4B-8B05-D932DD843B29}" type="pres">
      <dgm:prSet presAssocID="{E1E6F3C7-A42B-469B-BFAA-4185C5A27084}" presName="sibTrans" presStyleCnt="0"/>
      <dgm:spPr/>
    </dgm:pt>
    <dgm:pt modelId="{68C569CA-BCAB-4EC8-849F-C7501CF13ABB}" type="pres">
      <dgm:prSet presAssocID="{C73D1AD2-1304-4F2D-98FE-1B76705ADC03}" presName="compositeNode" presStyleCnt="0">
        <dgm:presLayoutVars>
          <dgm:bulletEnabled val="1"/>
        </dgm:presLayoutVars>
      </dgm:prSet>
      <dgm:spPr/>
    </dgm:pt>
    <dgm:pt modelId="{938B0633-DD33-4D70-95CF-9665BAB692E9}" type="pres">
      <dgm:prSet presAssocID="{C73D1AD2-1304-4F2D-98FE-1B76705ADC03}" presName="bgRect" presStyleLbl="bgAccFollowNode1" presStyleIdx="1" presStyleCnt="5"/>
      <dgm:spPr/>
    </dgm:pt>
    <dgm:pt modelId="{D1B320C2-5F23-46CA-9E0A-9C23C6AECDF2}" type="pres">
      <dgm:prSet presAssocID="{BA12290E-6F04-4613-BD11-7AF748DEEDE7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C8F93F10-03A1-4300-8CAE-2AC8D3BC9D97}" type="pres">
      <dgm:prSet presAssocID="{C73D1AD2-1304-4F2D-98FE-1B76705ADC03}" presName="bottomLine" presStyleLbl="alignNode1" presStyleIdx="3" presStyleCnt="10">
        <dgm:presLayoutVars/>
      </dgm:prSet>
      <dgm:spPr/>
    </dgm:pt>
    <dgm:pt modelId="{88A5AC10-CA48-4F0F-8E95-30F13A94352F}" type="pres">
      <dgm:prSet presAssocID="{C73D1AD2-1304-4F2D-98FE-1B76705ADC03}" presName="nodeText" presStyleLbl="bgAccFollowNode1" presStyleIdx="1" presStyleCnt="5">
        <dgm:presLayoutVars>
          <dgm:bulletEnabled val="1"/>
        </dgm:presLayoutVars>
      </dgm:prSet>
      <dgm:spPr/>
    </dgm:pt>
    <dgm:pt modelId="{C777F8E1-4A29-43F9-931A-83E27BB34FE5}" type="pres">
      <dgm:prSet presAssocID="{BA12290E-6F04-4613-BD11-7AF748DEEDE7}" presName="sibTrans" presStyleCnt="0"/>
      <dgm:spPr/>
    </dgm:pt>
    <dgm:pt modelId="{1A2B2F4F-64F8-4772-9619-176C843E6D4F}" type="pres">
      <dgm:prSet presAssocID="{FA8F9DB4-5E3F-47D4-8629-B33B3437480E}" presName="compositeNode" presStyleCnt="0">
        <dgm:presLayoutVars>
          <dgm:bulletEnabled val="1"/>
        </dgm:presLayoutVars>
      </dgm:prSet>
      <dgm:spPr/>
    </dgm:pt>
    <dgm:pt modelId="{CE08C52A-6E57-4CD4-8ABB-3F2A0A05CCD5}" type="pres">
      <dgm:prSet presAssocID="{FA8F9DB4-5E3F-47D4-8629-B33B3437480E}" presName="bgRect" presStyleLbl="bgAccFollowNode1" presStyleIdx="2" presStyleCnt="5"/>
      <dgm:spPr/>
    </dgm:pt>
    <dgm:pt modelId="{64AB8835-CC26-4067-8859-CAB9F7688E9D}" type="pres">
      <dgm:prSet presAssocID="{17827E36-0231-48B4-895F-830AB42D95AD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2733BD46-2652-4D03-8777-44806F5D1BD0}" type="pres">
      <dgm:prSet presAssocID="{FA8F9DB4-5E3F-47D4-8629-B33B3437480E}" presName="bottomLine" presStyleLbl="alignNode1" presStyleIdx="5" presStyleCnt="10">
        <dgm:presLayoutVars/>
      </dgm:prSet>
      <dgm:spPr/>
    </dgm:pt>
    <dgm:pt modelId="{25AF9245-8F85-4B5C-ADE8-1F1931B2F741}" type="pres">
      <dgm:prSet presAssocID="{FA8F9DB4-5E3F-47D4-8629-B33B3437480E}" presName="nodeText" presStyleLbl="bgAccFollowNode1" presStyleIdx="2" presStyleCnt="5">
        <dgm:presLayoutVars>
          <dgm:bulletEnabled val="1"/>
        </dgm:presLayoutVars>
      </dgm:prSet>
      <dgm:spPr/>
    </dgm:pt>
    <dgm:pt modelId="{D3194B04-4726-4889-A7BE-218258BE2021}" type="pres">
      <dgm:prSet presAssocID="{17827E36-0231-48B4-895F-830AB42D95AD}" presName="sibTrans" presStyleCnt="0"/>
      <dgm:spPr/>
    </dgm:pt>
    <dgm:pt modelId="{C2116D26-6CF8-4D01-8BC7-73EE7E3DC487}" type="pres">
      <dgm:prSet presAssocID="{72953813-F7E9-4EFC-8244-B9E57053ADD9}" presName="compositeNode" presStyleCnt="0">
        <dgm:presLayoutVars>
          <dgm:bulletEnabled val="1"/>
        </dgm:presLayoutVars>
      </dgm:prSet>
      <dgm:spPr/>
    </dgm:pt>
    <dgm:pt modelId="{93A7C191-1C25-4E24-8F16-5F27A296A8A1}" type="pres">
      <dgm:prSet presAssocID="{72953813-F7E9-4EFC-8244-B9E57053ADD9}" presName="bgRect" presStyleLbl="bgAccFollowNode1" presStyleIdx="3" presStyleCnt="5"/>
      <dgm:spPr/>
    </dgm:pt>
    <dgm:pt modelId="{68FEEBB7-8A65-4D64-957D-E43E05E2578B}" type="pres">
      <dgm:prSet presAssocID="{D621FA05-1C61-41D0-8441-42BD4CAA24C2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95BE652D-011E-45B0-B201-81B99579D416}" type="pres">
      <dgm:prSet presAssocID="{72953813-F7E9-4EFC-8244-B9E57053ADD9}" presName="bottomLine" presStyleLbl="alignNode1" presStyleIdx="7" presStyleCnt="10">
        <dgm:presLayoutVars/>
      </dgm:prSet>
      <dgm:spPr/>
    </dgm:pt>
    <dgm:pt modelId="{3AEE286B-D151-4D6F-925A-8EA4694A03CC}" type="pres">
      <dgm:prSet presAssocID="{72953813-F7E9-4EFC-8244-B9E57053ADD9}" presName="nodeText" presStyleLbl="bgAccFollowNode1" presStyleIdx="3" presStyleCnt="5">
        <dgm:presLayoutVars>
          <dgm:bulletEnabled val="1"/>
        </dgm:presLayoutVars>
      </dgm:prSet>
      <dgm:spPr/>
    </dgm:pt>
    <dgm:pt modelId="{DD9B4EA5-624F-485A-8522-E52D68CEC192}" type="pres">
      <dgm:prSet presAssocID="{D621FA05-1C61-41D0-8441-42BD4CAA24C2}" presName="sibTrans" presStyleCnt="0"/>
      <dgm:spPr/>
    </dgm:pt>
    <dgm:pt modelId="{F2906527-D510-4C4F-9A6F-B154F0594404}" type="pres">
      <dgm:prSet presAssocID="{D410FB71-2BF2-4B72-8E69-4A75F1622A57}" presName="compositeNode" presStyleCnt="0">
        <dgm:presLayoutVars>
          <dgm:bulletEnabled val="1"/>
        </dgm:presLayoutVars>
      </dgm:prSet>
      <dgm:spPr/>
    </dgm:pt>
    <dgm:pt modelId="{22863A94-D4A9-4D94-8B3B-B6B00773696C}" type="pres">
      <dgm:prSet presAssocID="{D410FB71-2BF2-4B72-8E69-4A75F1622A57}" presName="bgRect" presStyleLbl="bgAccFollowNode1" presStyleIdx="4" presStyleCnt="5"/>
      <dgm:spPr/>
    </dgm:pt>
    <dgm:pt modelId="{4678B1A4-E30B-4ED2-A686-B92A829F54EE}" type="pres">
      <dgm:prSet presAssocID="{EEE3A929-40D1-4E93-AFF1-8500CA95E5C6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6E266C3C-1D12-4CC7-A975-BCE398200187}" type="pres">
      <dgm:prSet presAssocID="{D410FB71-2BF2-4B72-8E69-4A75F1622A57}" presName="bottomLine" presStyleLbl="alignNode1" presStyleIdx="9" presStyleCnt="10">
        <dgm:presLayoutVars/>
      </dgm:prSet>
      <dgm:spPr/>
    </dgm:pt>
    <dgm:pt modelId="{55BB06E8-2BD8-44C4-8F5A-823AC1121300}" type="pres">
      <dgm:prSet presAssocID="{D410FB71-2BF2-4B72-8E69-4A75F1622A57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A3825500-FBAF-40CD-9571-961F5D022004}" srcId="{D410FB71-2BF2-4B72-8E69-4A75F1622A57}" destId="{ADCB4AD9-2931-4C74-9E99-5486703CAD17}" srcOrd="0" destOrd="0" parTransId="{0DB742BC-D4D2-41E0-9433-1AD5BC316FEC}" sibTransId="{7574CA6F-05E6-49DA-97C4-80FCF65A16F9}"/>
    <dgm:cxn modelId="{F1EB5401-9CB6-431C-BC49-92F3AF313502}" type="presOf" srcId="{28BFE605-BD17-4486-A424-85DFFD08D200}" destId="{76D17EEC-1F8F-4494-A130-82D097CEC5BA}" srcOrd="0" destOrd="1" presId="urn:microsoft.com/office/officeart/2016/7/layout/BasicLinearProcessNumbered"/>
    <dgm:cxn modelId="{C9074302-CCB4-4C0A-9C5E-F6A6B5D0DCBA}" srcId="{72953813-F7E9-4EFC-8244-B9E57053ADD9}" destId="{8D3AC1BC-20B3-4801-914E-07971B690952}" srcOrd="0" destOrd="0" parTransId="{7C1004BD-ADD6-4C27-B42A-29D47B298224}" sibTransId="{22AECED4-781C-4CAF-BBDB-44E36602330C}"/>
    <dgm:cxn modelId="{0C53410A-2209-4CE1-B40E-D5EA53D065A3}" type="presOf" srcId="{FA8F9DB4-5E3F-47D4-8629-B33B3437480E}" destId="{CE08C52A-6E57-4CD4-8ABB-3F2A0A05CCD5}" srcOrd="0" destOrd="0" presId="urn:microsoft.com/office/officeart/2016/7/layout/BasicLinearProcessNumbered"/>
    <dgm:cxn modelId="{C0102A0D-B4EB-41B7-B7A3-3828AD41CCB2}" type="presOf" srcId="{D410FB71-2BF2-4B72-8E69-4A75F1622A57}" destId="{55BB06E8-2BD8-44C4-8F5A-823AC1121300}" srcOrd="1" destOrd="0" presId="urn:microsoft.com/office/officeart/2016/7/layout/BasicLinearProcessNumbered"/>
    <dgm:cxn modelId="{42DEC30F-3B6C-48C7-82DA-0481AA9D9B69}" type="presOf" srcId="{ADCB4AD9-2931-4C74-9E99-5486703CAD17}" destId="{55BB06E8-2BD8-44C4-8F5A-823AC1121300}" srcOrd="0" destOrd="1" presId="urn:microsoft.com/office/officeart/2016/7/layout/BasicLinearProcessNumbered"/>
    <dgm:cxn modelId="{DAC7D817-6CFB-4963-A84D-BC0D98E7AC39}" type="presOf" srcId="{BA12290E-6F04-4613-BD11-7AF748DEEDE7}" destId="{D1B320C2-5F23-46CA-9E0A-9C23C6AECDF2}" srcOrd="0" destOrd="0" presId="urn:microsoft.com/office/officeart/2016/7/layout/BasicLinearProcessNumbered"/>
    <dgm:cxn modelId="{A5EEA422-3E35-49F7-9285-3C01EA9F1BD5}" srcId="{AA20EDA2-1285-4223-B7A4-809B31968315}" destId="{FA8F9DB4-5E3F-47D4-8629-B33B3437480E}" srcOrd="2" destOrd="0" parTransId="{62126F05-11D4-44E4-A97E-F90A7CE466C2}" sibTransId="{17827E36-0231-48B4-895F-830AB42D95AD}"/>
    <dgm:cxn modelId="{EF243036-A62F-406F-99C1-11339A0DBACC}" srcId="{C8F273B7-109E-4DF7-87DC-848E5F617D91}" destId="{28BFE605-BD17-4486-A424-85DFFD08D200}" srcOrd="0" destOrd="0" parTransId="{DC2C8E04-3F91-4E94-AF16-40193F195DFE}" sibTransId="{3A06247C-6805-4149-A21E-29F3B9EA6CC2}"/>
    <dgm:cxn modelId="{558FCD3A-20C7-4999-A159-5E1D0AAF08DF}" type="presOf" srcId="{C8F273B7-109E-4DF7-87DC-848E5F617D91}" destId="{76D17EEC-1F8F-4494-A130-82D097CEC5BA}" srcOrd="1" destOrd="0" presId="urn:microsoft.com/office/officeart/2016/7/layout/BasicLinearProcessNumbered"/>
    <dgm:cxn modelId="{B5CE393B-C9BF-4454-87D8-ED26DC385FE1}" srcId="{AA20EDA2-1285-4223-B7A4-809B31968315}" destId="{C8F273B7-109E-4DF7-87DC-848E5F617D91}" srcOrd="0" destOrd="0" parTransId="{8C54434E-AD32-4471-8494-469A51DEECAE}" sibTransId="{E1E6F3C7-A42B-469B-BFAA-4185C5A27084}"/>
    <dgm:cxn modelId="{881D515D-33F5-4CB2-827E-19882E02B077}" type="presOf" srcId="{C73D1AD2-1304-4F2D-98FE-1B76705ADC03}" destId="{938B0633-DD33-4D70-95CF-9665BAB692E9}" srcOrd="0" destOrd="0" presId="urn:microsoft.com/office/officeart/2016/7/layout/BasicLinearProcessNumbered"/>
    <dgm:cxn modelId="{89483A5F-A578-4D32-8C2C-5FECE1B7DF15}" type="presOf" srcId="{8D3AC1BC-20B3-4801-914E-07971B690952}" destId="{3AEE286B-D151-4D6F-925A-8EA4694A03CC}" srcOrd="0" destOrd="1" presId="urn:microsoft.com/office/officeart/2016/7/layout/BasicLinearProcessNumbered"/>
    <dgm:cxn modelId="{4AEE5541-37AE-4F62-A373-5134054BFE7E}" type="presOf" srcId="{EEE3A929-40D1-4E93-AFF1-8500CA95E5C6}" destId="{4678B1A4-E30B-4ED2-A686-B92A829F54EE}" srcOrd="0" destOrd="0" presId="urn:microsoft.com/office/officeart/2016/7/layout/BasicLinearProcessNumbered"/>
    <dgm:cxn modelId="{95646965-295E-449C-8428-226A1868E6B3}" type="presOf" srcId="{C73D1AD2-1304-4F2D-98FE-1B76705ADC03}" destId="{88A5AC10-CA48-4F0F-8E95-30F13A94352F}" srcOrd="1" destOrd="0" presId="urn:microsoft.com/office/officeart/2016/7/layout/BasicLinearProcessNumbered"/>
    <dgm:cxn modelId="{B7E38245-0F2F-4481-BD36-9F1C2D281A6C}" srcId="{AA20EDA2-1285-4223-B7A4-809B31968315}" destId="{72953813-F7E9-4EFC-8244-B9E57053ADD9}" srcOrd="3" destOrd="0" parTransId="{D942E7EC-8B10-42D6-B206-3202E15D50AE}" sibTransId="{D621FA05-1C61-41D0-8441-42BD4CAA24C2}"/>
    <dgm:cxn modelId="{CE8D196E-549E-48C5-93BC-AD83EFD5A359}" type="presOf" srcId="{D621FA05-1C61-41D0-8441-42BD4CAA24C2}" destId="{68FEEBB7-8A65-4D64-957D-E43E05E2578B}" srcOrd="0" destOrd="0" presId="urn:microsoft.com/office/officeart/2016/7/layout/BasicLinearProcessNumbered"/>
    <dgm:cxn modelId="{85F3B86F-7F62-44BC-AD2A-9CAA913A8EC2}" type="presOf" srcId="{C8F273B7-109E-4DF7-87DC-848E5F617D91}" destId="{FB0C9D69-91AF-40AB-8BBE-990E4E6300A0}" srcOrd="0" destOrd="0" presId="urn:microsoft.com/office/officeart/2016/7/layout/BasicLinearProcessNumbered"/>
    <dgm:cxn modelId="{E040A571-A788-485F-A17E-F756D3B55819}" srcId="{C73D1AD2-1304-4F2D-98FE-1B76705ADC03}" destId="{49ECFCAB-3E45-4CE4-98FA-DCB80F36C4A2}" srcOrd="0" destOrd="0" parTransId="{596B8CC0-408F-410F-BD60-12F31AC0352F}" sibTransId="{A8B4CAC8-33F1-43FC-ACD7-0DA5DAEA7064}"/>
    <dgm:cxn modelId="{28D4FEA3-74E0-44C7-A021-51DFDAADE3E0}" type="presOf" srcId="{E1E6F3C7-A42B-469B-BFAA-4185C5A27084}" destId="{B9BD55EA-133B-462E-AE33-F7B231E7DEC0}" srcOrd="0" destOrd="0" presId="urn:microsoft.com/office/officeart/2016/7/layout/BasicLinearProcessNumbered"/>
    <dgm:cxn modelId="{29CBFCA9-E391-4964-B8D4-71B1E717D9A1}" type="presOf" srcId="{E45088B0-6A28-4789-8902-35BBFD9D8179}" destId="{25AF9245-8F85-4B5C-ADE8-1F1931B2F741}" srcOrd="0" destOrd="1" presId="urn:microsoft.com/office/officeart/2016/7/layout/BasicLinearProcessNumbered"/>
    <dgm:cxn modelId="{B76643B6-82DB-485E-9F5A-2604967F538F}" type="presOf" srcId="{17827E36-0231-48B4-895F-830AB42D95AD}" destId="{64AB8835-CC26-4067-8859-CAB9F7688E9D}" srcOrd="0" destOrd="0" presId="urn:microsoft.com/office/officeart/2016/7/layout/BasicLinearProcessNumbered"/>
    <dgm:cxn modelId="{36177BB7-F8F5-4812-9DC5-9EFAB43F6E6E}" type="presOf" srcId="{AA20EDA2-1285-4223-B7A4-809B31968315}" destId="{8B894DF7-919A-4656-85DA-90FE47A12A64}" srcOrd="0" destOrd="0" presId="urn:microsoft.com/office/officeart/2016/7/layout/BasicLinearProcessNumbered"/>
    <dgm:cxn modelId="{6DB369D5-76B0-4C35-ABA7-C3243D18018C}" type="presOf" srcId="{FA8F9DB4-5E3F-47D4-8629-B33B3437480E}" destId="{25AF9245-8F85-4B5C-ADE8-1F1931B2F741}" srcOrd="1" destOrd="0" presId="urn:microsoft.com/office/officeart/2016/7/layout/BasicLinearProcessNumbered"/>
    <dgm:cxn modelId="{D1EE5FD6-5DA2-445F-BAB2-AA726F14CDD8}" type="presOf" srcId="{72953813-F7E9-4EFC-8244-B9E57053ADD9}" destId="{3AEE286B-D151-4D6F-925A-8EA4694A03CC}" srcOrd="1" destOrd="0" presId="urn:microsoft.com/office/officeart/2016/7/layout/BasicLinearProcessNumbered"/>
    <dgm:cxn modelId="{9D8CE7D9-27A5-4845-BA65-AA6BED7CD21C}" srcId="{AA20EDA2-1285-4223-B7A4-809B31968315}" destId="{D410FB71-2BF2-4B72-8E69-4A75F1622A57}" srcOrd="4" destOrd="0" parTransId="{8DA02823-19E6-4295-B1F2-2DFE3E4FAF29}" sibTransId="{EEE3A929-40D1-4E93-AFF1-8500CA95E5C6}"/>
    <dgm:cxn modelId="{91E68FE5-D8E3-4478-94C4-685DC0F59376}" type="presOf" srcId="{D410FB71-2BF2-4B72-8E69-4A75F1622A57}" destId="{22863A94-D4A9-4D94-8B3B-B6B00773696C}" srcOrd="0" destOrd="0" presId="urn:microsoft.com/office/officeart/2016/7/layout/BasicLinearProcessNumbered"/>
    <dgm:cxn modelId="{1930F0E6-11D3-477F-A330-CBE8D0FDDFA6}" type="presOf" srcId="{49ECFCAB-3E45-4CE4-98FA-DCB80F36C4A2}" destId="{88A5AC10-CA48-4F0F-8E95-30F13A94352F}" srcOrd="0" destOrd="1" presId="urn:microsoft.com/office/officeart/2016/7/layout/BasicLinearProcessNumbered"/>
    <dgm:cxn modelId="{1297D1ED-4BA2-4D21-8A80-00762D2E0312}" type="presOf" srcId="{72953813-F7E9-4EFC-8244-B9E57053ADD9}" destId="{93A7C191-1C25-4E24-8F16-5F27A296A8A1}" srcOrd="0" destOrd="0" presId="urn:microsoft.com/office/officeart/2016/7/layout/BasicLinearProcessNumbered"/>
    <dgm:cxn modelId="{995957F2-33D6-4047-AEE6-011329030351}" srcId="{FA8F9DB4-5E3F-47D4-8629-B33B3437480E}" destId="{E45088B0-6A28-4789-8902-35BBFD9D8179}" srcOrd="0" destOrd="0" parTransId="{2A292F85-F14C-430F-B1E6-725D5BA3DCCC}" sibTransId="{C6C7A829-9711-438F-8289-7625C3173871}"/>
    <dgm:cxn modelId="{95B218F7-5A63-4153-BA3F-ED4D4187726E}" srcId="{AA20EDA2-1285-4223-B7A4-809B31968315}" destId="{C73D1AD2-1304-4F2D-98FE-1B76705ADC03}" srcOrd="1" destOrd="0" parTransId="{8327672A-9818-444B-9D72-05D20F963E62}" sibTransId="{BA12290E-6F04-4613-BD11-7AF748DEEDE7}"/>
    <dgm:cxn modelId="{5FF2ED7B-464A-49F1-8A2D-2B3B6BD22A01}" type="presParOf" srcId="{8B894DF7-919A-4656-85DA-90FE47A12A64}" destId="{A401A869-480E-43EA-BC68-42AE3AEC030F}" srcOrd="0" destOrd="0" presId="urn:microsoft.com/office/officeart/2016/7/layout/BasicLinearProcessNumbered"/>
    <dgm:cxn modelId="{3BA2239A-0867-4C35-BB9B-CA466058592A}" type="presParOf" srcId="{A401A869-480E-43EA-BC68-42AE3AEC030F}" destId="{FB0C9D69-91AF-40AB-8BBE-990E4E6300A0}" srcOrd="0" destOrd="0" presId="urn:microsoft.com/office/officeart/2016/7/layout/BasicLinearProcessNumbered"/>
    <dgm:cxn modelId="{92A2BB23-0B3D-4897-B00A-922C1D757C0E}" type="presParOf" srcId="{A401A869-480E-43EA-BC68-42AE3AEC030F}" destId="{B9BD55EA-133B-462E-AE33-F7B231E7DEC0}" srcOrd="1" destOrd="0" presId="urn:microsoft.com/office/officeart/2016/7/layout/BasicLinearProcessNumbered"/>
    <dgm:cxn modelId="{DD353E17-0467-4574-931F-E473E2BC4B24}" type="presParOf" srcId="{A401A869-480E-43EA-BC68-42AE3AEC030F}" destId="{ABF5A1EB-9157-4ACC-BAFE-C4CC12967E6B}" srcOrd="2" destOrd="0" presId="urn:microsoft.com/office/officeart/2016/7/layout/BasicLinearProcessNumbered"/>
    <dgm:cxn modelId="{BD7D1799-4DAC-489C-93F4-CBC3A6DCE615}" type="presParOf" srcId="{A401A869-480E-43EA-BC68-42AE3AEC030F}" destId="{76D17EEC-1F8F-4494-A130-82D097CEC5BA}" srcOrd="3" destOrd="0" presId="urn:microsoft.com/office/officeart/2016/7/layout/BasicLinearProcessNumbered"/>
    <dgm:cxn modelId="{F6EBFCA1-8A1D-4E61-8BE9-F17439E346B6}" type="presParOf" srcId="{8B894DF7-919A-4656-85DA-90FE47A12A64}" destId="{6CAF9AF9-26D0-4D4B-8B05-D932DD843B29}" srcOrd="1" destOrd="0" presId="urn:microsoft.com/office/officeart/2016/7/layout/BasicLinearProcessNumbered"/>
    <dgm:cxn modelId="{526DE62F-4D7C-468C-A8BC-9CC35508E291}" type="presParOf" srcId="{8B894DF7-919A-4656-85DA-90FE47A12A64}" destId="{68C569CA-BCAB-4EC8-849F-C7501CF13ABB}" srcOrd="2" destOrd="0" presId="urn:microsoft.com/office/officeart/2016/7/layout/BasicLinearProcessNumbered"/>
    <dgm:cxn modelId="{5701ED12-F48D-42E6-8D71-93CF582FC766}" type="presParOf" srcId="{68C569CA-BCAB-4EC8-849F-C7501CF13ABB}" destId="{938B0633-DD33-4D70-95CF-9665BAB692E9}" srcOrd="0" destOrd="0" presId="urn:microsoft.com/office/officeart/2016/7/layout/BasicLinearProcessNumbered"/>
    <dgm:cxn modelId="{ACAD6E30-2B76-448E-A0A9-8387E8509E36}" type="presParOf" srcId="{68C569CA-BCAB-4EC8-849F-C7501CF13ABB}" destId="{D1B320C2-5F23-46CA-9E0A-9C23C6AECDF2}" srcOrd="1" destOrd="0" presId="urn:microsoft.com/office/officeart/2016/7/layout/BasicLinearProcessNumbered"/>
    <dgm:cxn modelId="{D30A9DB7-AA80-43F7-85D5-C88BCE13C628}" type="presParOf" srcId="{68C569CA-BCAB-4EC8-849F-C7501CF13ABB}" destId="{C8F93F10-03A1-4300-8CAE-2AC8D3BC9D97}" srcOrd="2" destOrd="0" presId="urn:microsoft.com/office/officeart/2016/7/layout/BasicLinearProcessNumbered"/>
    <dgm:cxn modelId="{0CA1DB5F-CBA0-4DFB-8932-CE3062D7C712}" type="presParOf" srcId="{68C569CA-BCAB-4EC8-849F-C7501CF13ABB}" destId="{88A5AC10-CA48-4F0F-8E95-30F13A94352F}" srcOrd="3" destOrd="0" presId="urn:microsoft.com/office/officeart/2016/7/layout/BasicLinearProcessNumbered"/>
    <dgm:cxn modelId="{9870984D-34D8-4F5C-8691-41663CB38EC0}" type="presParOf" srcId="{8B894DF7-919A-4656-85DA-90FE47A12A64}" destId="{C777F8E1-4A29-43F9-931A-83E27BB34FE5}" srcOrd="3" destOrd="0" presId="urn:microsoft.com/office/officeart/2016/7/layout/BasicLinearProcessNumbered"/>
    <dgm:cxn modelId="{9B3C7803-BBD5-4D4C-882F-E9A25C08E0F7}" type="presParOf" srcId="{8B894DF7-919A-4656-85DA-90FE47A12A64}" destId="{1A2B2F4F-64F8-4772-9619-176C843E6D4F}" srcOrd="4" destOrd="0" presId="urn:microsoft.com/office/officeart/2016/7/layout/BasicLinearProcessNumbered"/>
    <dgm:cxn modelId="{B2BBDF43-C89B-489C-811E-DFB5B62CEADE}" type="presParOf" srcId="{1A2B2F4F-64F8-4772-9619-176C843E6D4F}" destId="{CE08C52A-6E57-4CD4-8ABB-3F2A0A05CCD5}" srcOrd="0" destOrd="0" presId="urn:microsoft.com/office/officeart/2016/7/layout/BasicLinearProcessNumbered"/>
    <dgm:cxn modelId="{F2422703-02DD-4672-9373-2D6AFB2ECE78}" type="presParOf" srcId="{1A2B2F4F-64F8-4772-9619-176C843E6D4F}" destId="{64AB8835-CC26-4067-8859-CAB9F7688E9D}" srcOrd="1" destOrd="0" presId="urn:microsoft.com/office/officeart/2016/7/layout/BasicLinearProcessNumbered"/>
    <dgm:cxn modelId="{EE9C616B-1A1F-4D2A-A43F-7232FB549CF8}" type="presParOf" srcId="{1A2B2F4F-64F8-4772-9619-176C843E6D4F}" destId="{2733BD46-2652-4D03-8777-44806F5D1BD0}" srcOrd="2" destOrd="0" presId="urn:microsoft.com/office/officeart/2016/7/layout/BasicLinearProcessNumbered"/>
    <dgm:cxn modelId="{14875B35-D841-46D4-945B-E1F0AF28105D}" type="presParOf" srcId="{1A2B2F4F-64F8-4772-9619-176C843E6D4F}" destId="{25AF9245-8F85-4B5C-ADE8-1F1931B2F741}" srcOrd="3" destOrd="0" presId="urn:microsoft.com/office/officeart/2016/7/layout/BasicLinearProcessNumbered"/>
    <dgm:cxn modelId="{00F5F9AA-FD8E-49D6-907B-F335F77DDDB9}" type="presParOf" srcId="{8B894DF7-919A-4656-85DA-90FE47A12A64}" destId="{D3194B04-4726-4889-A7BE-218258BE2021}" srcOrd="5" destOrd="0" presId="urn:microsoft.com/office/officeart/2016/7/layout/BasicLinearProcessNumbered"/>
    <dgm:cxn modelId="{87ADE1E8-97C2-4AAA-8D36-50C122EB952E}" type="presParOf" srcId="{8B894DF7-919A-4656-85DA-90FE47A12A64}" destId="{C2116D26-6CF8-4D01-8BC7-73EE7E3DC487}" srcOrd="6" destOrd="0" presId="urn:microsoft.com/office/officeart/2016/7/layout/BasicLinearProcessNumbered"/>
    <dgm:cxn modelId="{27135B2E-9AA1-41B6-B7D4-289A1DDF482D}" type="presParOf" srcId="{C2116D26-6CF8-4D01-8BC7-73EE7E3DC487}" destId="{93A7C191-1C25-4E24-8F16-5F27A296A8A1}" srcOrd="0" destOrd="0" presId="urn:microsoft.com/office/officeart/2016/7/layout/BasicLinearProcessNumbered"/>
    <dgm:cxn modelId="{CC071377-9B37-423C-A036-70A33EC978A6}" type="presParOf" srcId="{C2116D26-6CF8-4D01-8BC7-73EE7E3DC487}" destId="{68FEEBB7-8A65-4D64-957D-E43E05E2578B}" srcOrd="1" destOrd="0" presId="urn:microsoft.com/office/officeart/2016/7/layout/BasicLinearProcessNumbered"/>
    <dgm:cxn modelId="{B41D88AB-B810-47D6-AAEC-272241ACEA77}" type="presParOf" srcId="{C2116D26-6CF8-4D01-8BC7-73EE7E3DC487}" destId="{95BE652D-011E-45B0-B201-81B99579D416}" srcOrd="2" destOrd="0" presId="urn:microsoft.com/office/officeart/2016/7/layout/BasicLinearProcessNumbered"/>
    <dgm:cxn modelId="{59D15B24-B8FD-4BCE-8915-5CFA2652C875}" type="presParOf" srcId="{C2116D26-6CF8-4D01-8BC7-73EE7E3DC487}" destId="{3AEE286B-D151-4D6F-925A-8EA4694A03CC}" srcOrd="3" destOrd="0" presId="urn:microsoft.com/office/officeart/2016/7/layout/BasicLinearProcessNumbered"/>
    <dgm:cxn modelId="{1E0A8C77-55F7-4159-BC53-80F9684AD914}" type="presParOf" srcId="{8B894DF7-919A-4656-85DA-90FE47A12A64}" destId="{DD9B4EA5-624F-485A-8522-E52D68CEC192}" srcOrd="7" destOrd="0" presId="urn:microsoft.com/office/officeart/2016/7/layout/BasicLinearProcessNumbered"/>
    <dgm:cxn modelId="{95FAEEBD-1A44-4704-8D28-B623EDFAF981}" type="presParOf" srcId="{8B894DF7-919A-4656-85DA-90FE47A12A64}" destId="{F2906527-D510-4C4F-9A6F-B154F0594404}" srcOrd="8" destOrd="0" presId="urn:microsoft.com/office/officeart/2016/7/layout/BasicLinearProcessNumbered"/>
    <dgm:cxn modelId="{23467C36-F799-44A0-8660-4BBBD7DCE150}" type="presParOf" srcId="{F2906527-D510-4C4F-9A6F-B154F0594404}" destId="{22863A94-D4A9-4D94-8B3B-B6B00773696C}" srcOrd="0" destOrd="0" presId="urn:microsoft.com/office/officeart/2016/7/layout/BasicLinearProcessNumbered"/>
    <dgm:cxn modelId="{5B273324-355D-4697-A471-CDE554CEC8BB}" type="presParOf" srcId="{F2906527-D510-4C4F-9A6F-B154F0594404}" destId="{4678B1A4-E30B-4ED2-A686-B92A829F54EE}" srcOrd="1" destOrd="0" presId="urn:microsoft.com/office/officeart/2016/7/layout/BasicLinearProcessNumbered"/>
    <dgm:cxn modelId="{2B8D0566-E312-4C9B-BCBF-5ADCA196C868}" type="presParOf" srcId="{F2906527-D510-4C4F-9A6F-B154F0594404}" destId="{6E266C3C-1D12-4CC7-A975-BCE398200187}" srcOrd="2" destOrd="0" presId="urn:microsoft.com/office/officeart/2016/7/layout/BasicLinearProcessNumbered"/>
    <dgm:cxn modelId="{B7B0D0CD-CB96-4EC7-9000-86405D4C67EC}" type="presParOf" srcId="{F2906527-D510-4C4F-9A6F-B154F0594404}" destId="{55BB06E8-2BD8-44C4-8F5A-823AC112130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54283-18C3-4FFB-96A4-B92A5FFC0834}">
      <dsp:nvSpPr>
        <dsp:cNvPr id="0" name=""/>
        <dsp:cNvSpPr/>
      </dsp:nvSpPr>
      <dsp:spPr>
        <a:xfrm>
          <a:off x="0" y="2626263"/>
          <a:ext cx="5257800" cy="1723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Responsible for reviewing ~150,000 alcohol label applications per year.</a:t>
          </a:r>
        </a:p>
      </dsp:txBody>
      <dsp:txXfrm>
        <a:off x="0" y="2626263"/>
        <a:ext cx="5257800" cy="1723112"/>
      </dsp:txXfrm>
    </dsp:sp>
    <dsp:sp modelId="{8B00AB42-09C0-47FA-8833-959938217383}">
      <dsp:nvSpPr>
        <dsp:cNvPr id="0" name=""/>
        <dsp:cNvSpPr/>
      </dsp:nvSpPr>
      <dsp:spPr>
        <a:xfrm rot="10800000">
          <a:off x="0" y="1962"/>
          <a:ext cx="5257800" cy="265014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Persona:</a:t>
          </a:r>
          <a:r>
            <a:rPr lang="en-US" sz="2700" kern="1200"/>
            <a:t> TTB compliance agents </a:t>
          </a:r>
        </a:p>
      </dsp:txBody>
      <dsp:txXfrm rot="-10800000">
        <a:off x="0" y="1962"/>
        <a:ext cx="5257800" cy="930201"/>
      </dsp:txXfrm>
    </dsp:sp>
    <dsp:sp modelId="{A7EBC0B7-0D6D-405A-94FD-905F60E674E4}">
      <dsp:nvSpPr>
        <dsp:cNvPr id="0" name=""/>
        <dsp:cNvSpPr/>
      </dsp:nvSpPr>
      <dsp:spPr>
        <a:xfrm>
          <a:off x="2567" y="932163"/>
          <a:ext cx="1750888" cy="792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Sarah Chen</a:t>
          </a:r>
        </a:p>
      </dsp:txBody>
      <dsp:txXfrm>
        <a:off x="2567" y="932163"/>
        <a:ext cx="1750888" cy="792394"/>
      </dsp:txXfrm>
    </dsp:sp>
    <dsp:sp modelId="{C38CDA8C-8536-4F35-AB18-555C93D50475}">
      <dsp:nvSpPr>
        <dsp:cNvPr id="0" name=""/>
        <dsp:cNvSpPr/>
      </dsp:nvSpPr>
      <dsp:spPr>
        <a:xfrm>
          <a:off x="1753455" y="932163"/>
          <a:ext cx="1750888" cy="792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Dave Morrison</a:t>
          </a:r>
        </a:p>
      </dsp:txBody>
      <dsp:txXfrm>
        <a:off x="1753455" y="932163"/>
        <a:ext cx="1750888" cy="792394"/>
      </dsp:txXfrm>
    </dsp:sp>
    <dsp:sp modelId="{08C0AA6E-A508-4976-A8CA-CFCAB0C4239B}">
      <dsp:nvSpPr>
        <dsp:cNvPr id="0" name=""/>
        <dsp:cNvSpPr/>
      </dsp:nvSpPr>
      <dsp:spPr>
        <a:xfrm>
          <a:off x="3504344" y="932163"/>
          <a:ext cx="1750888" cy="792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Jenny Park</a:t>
          </a:r>
        </a:p>
      </dsp:txBody>
      <dsp:txXfrm>
        <a:off x="3504344" y="932163"/>
        <a:ext cx="1750888" cy="792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3B49D-8E19-48F9-BFBE-A3811D888B64}">
      <dsp:nvSpPr>
        <dsp:cNvPr id="0" name=""/>
        <dsp:cNvSpPr/>
      </dsp:nvSpPr>
      <dsp:spPr>
        <a:xfrm>
          <a:off x="0" y="3159846"/>
          <a:ext cx="1145554" cy="103713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472" tIns="92456" rIns="8147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kern="1200" dirty="0"/>
            <a:t>Impact</a:t>
          </a:r>
          <a:endParaRPr lang="en-US" sz="1300" kern="1200" dirty="0"/>
        </a:p>
      </dsp:txBody>
      <dsp:txXfrm>
        <a:off x="0" y="3159846"/>
        <a:ext cx="1145554" cy="1037132"/>
      </dsp:txXfrm>
    </dsp:sp>
    <dsp:sp modelId="{2A14E40B-EEDC-4F5E-B392-9F312F80C494}">
      <dsp:nvSpPr>
        <dsp:cNvPr id="0" name=""/>
        <dsp:cNvSpPr/>
      </dsp:nvSpPr>
      <dsp:spPr>
        <a:xfrm>
          <a:off x="1145554" y="3159846"/>
          <a:ext cx="3436662" cy="103713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12" tIns="139700" rIns="69712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Reduces time spent on routine verification tasks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Improves consistency and accuracy across label reviews.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Demonstrates feasibility of AI-assisted label verification for future system modernization without immediately integrating into the COLA system.</a:t>
          </a:r>
        </a:p>
      </dsp:txBody>
      <dsp:txXfrm>
        <a:off x="1145554" y="3159846"/>
        <a:ext cx="3436662" cy="1037132"/>
      </dsp:txXfrm>
    </dsp:sp>
    <dsp:sp modelId="{C91B6525-17C1-480B-B024-431D5CED9216}">
      <dsp:nvSpPr>
        <dsp:cNvPr id="0" name=""/>
        <dsp:cNvSpPr/>
      </dsp:nvSpPr>
      <dsp:spPr>
        <a:xfrm rot="10800000">
          <a:off x="0" y="1580294"/>
          <a:ext cx="1145554" cy="15951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472" tIns="92456" rIns="8147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kern="1200" dirty="0"/>
            <a:t>Key Value Propositions</a:t>
          </a:r>
          <a:endParaRPr lang="en-US" sz="1300" kern="1200" dirty="0"/>
        </a:p>
      </dsp:txBody>
      <dsp:txXfrm rot="-10800000">
        <a:off x="0" y="1580294"/>
        <a:ext cx="1145554" cy="1036821"/>
      </dsp:txXfrm>
    </dsp:sp>
    <dsp:sp modelId="{CEAA1911-D41C-436E-BE64-1928A108A991}">
      <dsp:nvSpPr>
        <dsp:cNvPr id="0" name=""/>
        <dsp:cNvSpPr/>
      </dsp:nvSpPr>
      <dsp:spPr>
        <a:xfrm>
          <a:off x="1145554" y="1580294"/>
          <a:ext cx="3436662" cy="103682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12" tIns="139700" rIns="69712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Process labels in less than 5 seconds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Supports multiple label uploads simultaneously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Highlights mismatches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Clean and intuitive design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Can handle imperfect images</a:t>
          </a:r>
        </a:p>
      </dsp:txBody>
      <dsp:txXfrm>
        <a:off x="1145554" y="1580294"/>
        <a:ext cx="3436662" cy="1036821"/>
      </dsp:txXfrm>
    </dsp:sp>
    <dsp:sp modelId="{D55A3CC8-B852-4C75-B956-85EEE7F05AA9}">
      <dsp:nvSpPr>
        <dsp:cNvPr id="0" name=""/>
        <dsp:cNvSpPr/>
      </dsp:nvSpPr>
      <dsp:spPr>
        <a:xfrm rot="10800000">
          <a:off x="0" y="741"/>
          <a:ext cx="1145554" cy="15951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472" tIns="92456" rIns="8147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Goal</a:t>
          </a:r>
        </a:p>
      </dsp:txBody>
      <dsp:txXfrm rot="-10800000">
        <a:off x="0" y="741"/>
        <a:ext cx="1145554" cy="1036821"/>
      </dsp:txXfrm>
    </dsp:sp>
    <dsp:sp modelId="{10006F86-449C-4E94-995D-F74CAEFFE21F}">
      <dsp:nvSpPr>
        <dsp:cNvPr id="0" name=""/>
        <dsp:cNvSpPr/>
      </dsp:nvSpPr>
      <dsp:spPr>
        <a:xfrm>
          <a:off x="1145554" y="741"/>
          <a:ext cx="3436662" cy="103682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712" tIns="139700" rIns="69712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Generate a standalone prototype that automates label review by extracting key fields from label images.</a:t>
          </a:r>
        </a:p>
      </dsp:txBody>
      <dsp:txXfrm>
        <a:off x="1145554" y="741"/>
        <a:ext cx="3436662" cy="10368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28F50-33D9-49A6-9101-4F808AF9C7B3}">
      <dsp:nvSpPr>
        <dsp:cNvPr id="0" name=""/>
        <dsp:cNvSpPr/>
      </dsp:nvSpPr>
      <dsp:spPr>
        <a:xfrm>
          <a:off x="967156" y="0"/>
          <a:ext cx="1509048" cy="13827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6D99C-C04B-4EB9-A900-0A99BFA7B5AE}">
      <dsp:nvSpPr>
        <dsp:cNvPr id="0" name=""/>
        <dsp:cNvSpPr/>
      </dsp:nvSpPr>
      <dsp:spPr>
        <a:xfrm>
          <a:off x="967156" y="1547817"/>
          <a:ext cx="4311566" cy="59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/>
            <a:t>Limitations</a:t>
          </a:r>
          <a:endParaRPr lang="en-US" sz="3100" kern="1200"/>
        </a:p>
      </dsp:txBody>
      <dsp:txXfrm>
        <a:off x="967156" y="1547817"/>
        <a:ext cx="4311566" cy="592617"/>
      </dsp:txXfrm>
    </dsp:sp>
    <dsp:sp modelId="{79FF024F-1E19-4DC1-B466-F373FBF64661}">
      <dsp:nvSpPr>
        <dsp:cNvPr id="0" name=""/>
        <dsp:cNvSpPr/>
      </dsp:nvSpPr>
      <dsp:spPr>
        <a:xfrm>
          <a:off x="967156" y="2217199"/>
          <a:ext cx="4311566" cy="1975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Assumes the wine, beer, and spirits applications follow the same format.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real TTB form not used for this prototype.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Currently, there is no logic to handle exceptions for TTB label requirements.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EasyOCR is only configured for English detection models.</a:t>
          </a:r>
        </a:p>
      </dsp:txBody>
      <dsp:txXfrm>
        <a:off x="967156" y="2217199"/>
        <a:ext cx="4311566" cy="1975605"/>
      </dsp:txXfrm>
    </dsp:sp>
    <dsp:sp modelId="{8137196B-1B0C-4049-995A-502DACD1600D}">
      <dsp:nvSpPr>
        <dsp:cNvPr id="0" name=""/>
        <dsp:cNvSpPr/>
      </dsp:nvSpPr>
      <dsp:spPr>
        <a:xfrm>
          <a:off x="6033247" y="0"/>
          <a:ext cx="1509048" cy="13827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BA8C8-09BE-476A-9F16-64DAF73131AA}">
      <dsp:nvSpPr>
        <dsp:cNvPr id="0" name=""/>
        <dsp:cNvSpPr/>
      </dsp:nvSpPr>
      <dsp:spPr>
        <a:xfrm>
          <a:off x="6033247" y="1547817"/>
          <a:ext cx="4311566" cy="59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kern="1200" dirty="0"/>
            <a:t>Next Steps / Action Plan</a:t>
          </a:r>
          <a:endParaRPr lang="en-US" sz="3100" kern="1200" dirty="0"/>
        </a:p>
      </dsp:txBody>
      <dsp:txXfrm>
        <a:off x="6033247" y="1547817"/>
        <a:ext cx="4311566" cy="592617"/>
      </dsp:txXfrm>
    </dsp:sp>
    <dsp:sp modelId="{B5B87209-E5FD-4D09-8FD4-3065B019AB4D}">
      <dsp:nvSpPr>
        <dsp:cNvPr id="0" name=""/>
        <dsp:cNvSpPr/>
      </dsp:nvSpPr>
      <dsp:spPr>
        <a:xfrm>
          <a:off x="6013586" y="2217199"/>
          <a:ext cx="4311566" cy="1975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 application security best practices.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Ensure compatibility and proper functioning of the application within Azure environments.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Conduct user acceptance testing (UAT) with compliance staff to confirm the application meets functional and regulatory requirements.</a:t>
          </a:r>
        </a:p>
      </dsp:txBody>
      <dsp:txXfrm>
        <a:off x="6013586" y="2217199"/>
        <a:ext cx="4311566" cy="19756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C9D69-91AF-40AB-8BBE-990E4E6300A0}">
      <dsp:nvSpPr>
        <dsp:cNvPr id="0" name=""/>
        <dsp:cNvSpPr/>
      </dsp:nvSpPr>
      <dsp:spPr>
        <a:xfrm>
          <a:off x="373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Phase 1: Initiate / Requirements Gathering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Define scope, gather stakeholder needs.</a:t>
          </a:r>
        </a:p>
      </dsp:txBody>
      <dsp:txXfrm>
        <a:off x="3735" y="1756658"/>
        <a:ext cx="2022288" cy="1698722"/>
      </dsp:txXfrm>
    </dsp:sp>
    <dsp:sp modelId="{B9BD55EA-133B-462E-AE33-F7B231E7DEC0}">
      <dsp:nvSpPr>
        <dsp:cNvPr id="0" name=""/>
        <dsp:cNvSpPr/>
      </dsp:nvSpPr>
      <dsp:spPr>
        <a:xfrm>
          <a:off x="590198" y="9639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1088306"/>
        <a:ext cx="600589" cy="600589"/>
      </dsp:txXfrm>
    </dsp:sp>
    <dsp:sp modelId="{ABF5A1EB-9157-4ACC-BAFE-C4CC12967E6B}">
      <dsp:nvSpPr>
        <dsp:cNvPr id="0" name=""/>
        <dsp:cNvSpPr/>
      </dsp:nvSpPr>
      <dsp:spPr>
        <a:xfrm>
          <a:off x="3735" y="35119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B0633-DD33-4D70-95CF-9665BAB692E9}">
      <dsp:nvSpPr>
        <dsp:cNvPr id="0" name=""/>
        <dsp:cNvSpPr/>
      </dsp:nvSpPr>
      <dsp:spPr>
        <a:xfrm>
          <a:off x="2228252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Phase 2: Design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Create architecture, workflow, and UI mockups.</a:t>
          </a:r>
        </a:p>
      </dsp:txBody>
      <dsp:txXfrm>
        <a:off x="2228252" y="1756658"/>
        <a:ext cx="2022288" cy="1698722"/>
      </dsp:txXfrm>
    </dsp:sp>
    <dsp:sp modelId="{D1B320C2-5F23-46CA-9E0A-9C23C6AECDF2}">
      <dsp:nvSpPr>
        <dsp:cNvPr id="0" name=""/>
        <dsp:cNvSpPr/>
      </dsp:nvSpPr>
      <dsp:spPr>
        <a:xfrm>
          <a:off x="2814716" y="9639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1088306"/>
        <a:ext cx="600589" cy="600589"/>
      </dsp:txXfrm>
    </dsp:sp>
    <dsp:sp modelId="{C8F93F10-03A1-4300-8CAE-2AC8D3BC9D97}">
      <dsp:nvSpPr>
        <dsp:cNvPr id="0" name=""/>
        <dsp:cNvSpPr/>
      </dsp:nvSpPr>
      <dsp:spPr>
        <a:xfrm>
          <a:off x="2228252" y="35119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8C52A-6E57-4CD4-8ABB-3F2A0A05CCD5}">
      <dsp:nvSpPr>
        <dsp:cNvPr id="0" name=""/>
        <dsp:cNvSpPr/>
      </dsp:nvSpPr>
      <dsp:spPr>
        <a:xfrm>
          <a:off x="4452770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Phase 3: Build</a:t>
          </a:r>
          <a:r>
            <a:rPr lang="en-US" sz="1400" kern="1200"/>
            <a:t>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Implement AI label verification, batch upload, and tests.</a:t>
          </a:r>
        </a:p>
      </dsp:txBody>
      <dsp:txXfrm>
        <a:off x="4452770" y="1756658"/>
        <a:ext cx="2022288" cy="1698722"/>
      </dsp:txXfrm>
    </dsp:sp>
    <dsp:sp modelId="{64AB8835-CC26-4067-8859-CAB9F7688E9D}">
      <dsp:nvSpPr>
        <dsp:cNvPr id="0" name=""/>
        <dsp:cNvSpPr/>
      </dsp:nvSpPr>
      <dsp:spPr>
        <a:xfrm>
          <a:off x="5039233" y="9639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1088306"/>
        <a:ext cx="600589" cy="600589"/>
      </dsp:txXfrm>
    </dsp:sp>
    <dsp:sp modelId="{2733BD46-2652-4D03-8777-44806F5D1BD0}">
      <dsp:nvSpPr>
        <dsp:cNvPr id="0" name=""/>
        <dsp:cNvSpPr/>
      </dsp:nvSpPr>
      <dsp:spPr>
        <a:xfrm>
          <a:off x="4452770" y="35119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7C191-1C25-4E24-8F16-5F27A296A8A1}">
      <dsp:nvSpPr>
        <dsp:cNvPr id="0" name=""/>
        <dsp:cNvSpPr/>
      </dsp:nvSpPr>
      <dsp:spPr>
        <a:xfrm>
          <a:off x="6677287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Phase 4: Deploy in Test Environment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Functional testing, UAT, performance checks.</a:t>
          </a:r>
        </a:p>
      </dsp:txBody>
      <dsp:txXfrm>
        <a:off x="6677287" y="1756658"/>
        <a:ext cx="2022288" cy="1698722"/>
      </dsp:txXfrm>
    </dsp:sp>
    <dsp:sp modelId="{68FEEBB7-8A65-4D64-957D-E43E05E2578B}">
      <dsp:nvSpPr>
        <dsp:cNvPr id="0" name=""/>
        <dsp:cNvSpPr/>
      </dsp:nvSpPr>
      <dsp:spPr>
        <a:xfrm>
          <a:off x="7263751" y="9639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1088306"/>
        <a:ext cx="600589" cy="600589"/>
      </dsp:txXfrm>
    </dsp:sp>
    <dsp:sp modelId="{95BE652D-011E-45B0-B201-81B99579D416}">
      <dsp:nvSpPr>
        <dsp:cNvPr id="0" name=""/>
        <dsp:cNvSpPr/>
      </dsp:nvSpPr>
      <dsp:spPr>
        <a:xfrm>
          <a:off x="6677287" y="35119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63A94-D4A9-4D94-8B3B-B6B00773696C}">
      <dsp:nvSpPr>
        <dsp:cNvPr id="0" name=""/>
        <dsp:cNvSpPr/>
      </dsp:nvSpPr>
      <dsp:spPr>
        <a:xfrm>
          <a:off x="890180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Phase 5: Deploy to Production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Integrate with systems, ensure security and compliance.</a:t>
          </a:r>
        </a:p>
      </dsp:txBody>
      <dsp:txXfrm>
        <a:off x="8901805" y="1756658"/>
        <a:ext cx="2022288" cy="1698722"/>
      </dsp:txXfrm>
    </dsp:sp>
    <dsp:sp modelId="{4678B1A4-E30B-4ED2-A686-B92A829F54EE}">
      <dsp:nvSpPr>
        <dsp:cNvPr id="0" name=""/>
        <dsp:cNvSpPr/>
      </dsp:nvSpPr>
      <dsp:spPr>
        <a:xfrm>
          <a:off x="9488268" y="9639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1088306"/>
        <a:ext cx="600589" cy="600589"/>
      </dsp:txXfrm>
    </dsp:sp>
    <dsp:sp modelId="{6E266C3C-1D12-4CC7-A975-BCE398200187}">
      <dsp:nvSpPr>
        <dsp:cNvPr id="0" name=""/>
        <dsp:cNvSpPr/>
      </dsp:nvSpPr>
      <dsp:spPr>
        <a:xfrm>
          <a:off x="8901805" y="35119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8E63-53C4-6717-9756-FD9A2CAD9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5CE92-244C-D7F6-E1AC-707028911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33FEB-D05C-8E2A-9F55-FA6187D78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F75D5-1BE1-FBD7-42F6-53ED6908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F4163-C405-3053-6636-F8451AFE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6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7A6C-B14A-F6AB-8B85-B2A0F7BC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7534C-87D5-BE3D-56BB-D06797FA3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05D6F-E6DC-A797-1067-029755EB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4AFF0-2B24-9ED9-11FA-3A0F395E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6F6B4-0EBD-F2CC-A77F-BDC27093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2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71E2-F260-F41F-E9A5-88B9845B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2E10A-EFCA-6DD7-0D65-E02916C60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C1394-EB8C-6F33-47F7-2AB66DD8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9F3FE-B26F-36C2-C66C-3E56E027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16B5C-2893-D9B2-0AB3-288BCD0D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3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D693-64F7-69D0-B7DB-0D4C516C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69874-C3DC-B376-1D4D-44F508CD2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8C34B-5A5A-2A8A-6ECE-A943AE32B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25BE0-7F1E-4684-7338-B3832D09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FD793-775B-1AEB-829B-2B71B72D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66540-D03E-00A5-792C-3AD3B481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7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F805-03A2-1037-A064-929024066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A29B8-C592-BFC7-62EC-6A87F3F61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B8F13-75D4-1A77-6B50-E8A0A51AD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B19E5-E8E4-E287-B36F-1E9C7AF0C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F4FE0-4E0E-2D6D-AE16-0C23C6536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9F688-9C12-1164-5042-DD85467A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AD46A-F950-CBEE-3D19-E2C95816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34A2F-E801-A5BC-27BB-AB4274D7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BE5D-BD95-D0D8-767C-20C3539C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945D6-111C-D36F-071A-C3FC7E87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40F6A-381E-136A-E929-5B43D8F3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DA932-9C34-4863-09DC-A1897DBB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5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E7379-C770-242C-95CF-29D446F3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991D7E-2F08-9B75-7C07-0074818D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8DAC3-7C3C-A2A9-190A-C98CAC9C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4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FE0C2-19F1-5AC4-29E7-9D3F8D32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44EAE-A103-056C-F6C5-2F03D7AE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C0367-4E26-A13D-1A0A-B5040B8AA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0FE43-B75C-63DB-CC63-D42501BE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D9387-F29F-C221-1DAD-634BF12B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74099-D5E0-7BDC-AEEF-DE4E65A4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0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E1F11-96AF-9AC9-7D88-496FFA74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618D7-CDF0-2A66-9877-9F4341F36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79039-9801-DCD5-5615-AB09120EF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F6CB6-375E-BC72-23F9-7F179695D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2DFBA-7AB5-8E06-8C9F-19FEACBE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AA8B-ABF5-1751-45C7-48696FE9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3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E284-7ACA-5FE9-FB36-88280F99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73806-17C7-4A90-DB0B-39CF83778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3DA9D-BF4D-2AC7-EB26-FA5FDAD4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3E3CD-0DDD-E8D1-EFB6-20675B2F4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E038-125C-461D-62F5-440F33BF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4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22D174-3A1E-3E5E-67EB-CDC3E449B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6DEAF-AE0A-3751-F87F-23044F21B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137-1E55-8AC1-9725-B008EF79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EEC9C-48F0-3DED-6A60-F83D8C85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D7F0B-ADB3-331F-E4FA-A752B2E5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7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F28FDF-2459-62C7-3DD1-49715EF8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3235F-04C2-69A8-88C7-ACE14AD0A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B4B42-C807-EE8C-17B5-7F63C71C3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DF8FB-BD21-4AAF-893D-5BDC45949F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0C711-DBE2-AC76-98F9-8B293488A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D647-9E96-B04E-69EE-79D382EBF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230E-62D9-4577-8262-628FE3241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4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-powered-alcohol-label-verification-app-d4gm.onrender.com/" TargetMode="External"/><Relationship Id="rId2" Type="http://schemas.openxmlformats.org/officeDocument/2006/relationships/hyperlink" Target="https://github.com/oliveraoliveraadrian/AI_Alcohol_Label_Verification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B60E-ECC1-4E0F-4059-A9BE60A73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Take-Home Project: AI-Powered Alcohol Label Verification App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41C0D-F113-DBD3-3025-ECCC9191C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Adrian Olivera</a:t>
            </a:r>
          </a:p>
          <a:p>
            <a:r>
              <a:rPr lang="en-US" dirty="0"/>
              <a:t>oliveraoliveraadrian@outlook.com</a:t>
            </a:r>
          </a:p>
        </p:txBody>
      </p:sp>
    </p:spTree>
    <p:extLst>
      <p:ext uri="{BB962C8B-B14F-4D97-AF65-F5344CB8AC3E}">
        <p14:creationId xmlns:p14="http://schemas.microsoft.com/office/powerpoint/2010/main" val="1619447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9904-3760-6DA6-2FC4-E628CEBE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020B-C1D5-8B5A-149D-F491CEBB2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Application Requirements</a:t>
            </a:r>
          </a:p>
          <a:p>
            <a:r>
              <a:rPr lang="en-US" dirty="0"/>
              <a:t>Solution</a:t>
            </a:r>
          </a:p>
          <a:p>
            <a:r>
              <a:rPr lang="en-US" dirty="0"/>
              <a:t>Application Flow</a:t>
            </a:r>
          </a:p>
          <a:p>
            <a:r>
              <a:rPr lang="en-US" dirty="0"/>
              <a:t>Trade-Offs</a:t>
            </a:r>
          </a:p>
          <a:p>
            <a:r>
              <a:rPr lang="en-US" dirty="0"/>
              <a:t>Limitations and Next Steps</a:t>
            </a:r>
          </a:p>
          <a:p>
            <a:r>
              <a:rPr lang="en-US" dirty="0"/>
              <a:t>High-Level Project Plan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89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DAF1-9B21-50B8-9C17-E5BD6F7E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CAD84E0-3B63-8566-3ABF-1C1FABF84A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5257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4FCBD8-40C3-E090-0536-4BECD5E4AF0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Pain Points:</a:t>
            </a:r>
            <a:endParaRPr lang="en-US" sz="2400" dirty="0"/>
          </a:p>
          <a:p>
            <a:pPr lvl="1"/>
            <a:r>
              <a:rPr lang="en-US" sz="2000" dirty="0"/>
              <a:t>Agents spend 5–10 minutes per label doing data verification</a:t>
            </a:r>
          </a:p>
          <a:p>
            <a:pPr lvl="1"/>
            <a:r>
              <a:rPr lang="en-US" sz="2000" dirty="0"/>
              <a:t>Peak submissions of 200–300 labels must be processed one at a time.</a:t>
            </a:r>
          </a:p>
          <a:p>
            <a:pPr lvl="1"/>
            <a:r>
              <a:rPr lang="en-US" sz="2000" dirty="0"/>
              <a:t>Agents range from tech-savvy to minimally experienced with digital tools.</a:t>
            </a:r>
          </a:p>
          <a:p>
            <a:pPr lvl="1"/>
            <a:r>
              <a:rPr lang="en-US" sz="2000" dirty="0"/>
              <a:t>Existing automated systems are too slow or inaccurate, leading agents to revert to manual review.</a:t>
            </a:r>
          </a:p>
          <a:p>
            <a:pPr lvl="1"/>
            <a:r>
              <a:rPr lang="en-US" sz="2000" dirty="0"/>
              <a:t>Nuances in labels require judgment, making strict pattern matching insufficient.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195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5BA4-33AE-6C60-6F09-77D5C9AB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214203"/>
            <a:ext cx="10515600" cy="856672"/>
          </a:xfrm>
        </p:spPr>
        <p:txBody>
          <a:bodyPr/>
          <a:lstStyle/>
          <a:p>
            <a:r>
              <a:rPr lang="en-US" b="1" dirty="0"/>
              <a:t>High-Level Application Requirements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4A60F5-0A1F-71E2-4282-5C7DBA711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374061"/>
              </p:ext>
            </p:extLst>
          </p:nvPr>
        </p:nvGraphicFramePr>
        <p:xfrm>
          <a:off x="403123" y="1366227"/>
          <a:ext cx="11385754" cy="50105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1395">
                  <a:extLst>
                    <a:ext uri="{9D8B030D-6E8A-4147-A177-3AD203B41FA5}">
                      <a16:colId xmlns:a16="http://schemas.microsoft.com/office/drawing/2014/main" val="3203980059"/>
                    </a:ext>
                  </a:extLst>
                </a:gridCol>
                <a:gridCol w="4684054">
                  <a:extLst>
                    <a:ext uri="{9D8B030D-6E8A-4147-A177-3AD203B41FA5}">
                      <a16:colId xmlns:a16="http://schemas.microsoft.com/office/drawing/2014/main" val="3055718338"/>
                    </a:ext>
                  </a:extLst>
                </a:gridCol>
                <a:gridCol w="5970305">
                  <a:extLst>
                    <a:ext uri="{9D8B030D-6E8A-4147-A177-3AD203B41FA5}">
                      <a16:colId xmlns:a16="http://schemas.microsoft.com/office/drawing/2014/main" val="2386234639"/>
                    </a:ext>
                  </a:extLst>
                </a:gridCol>
              </a:tblGrid>
              <a:tr h="2817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REQ ID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Statement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Source/Rationale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/>
                </a:tc>
                <a:extLst>
                  <a:ext uri="{0D108BD9-81ED-4DB2-BD59-A6C34878D82A}">
                    <a16:rowId xmlns:a16="http://schemas.microsoft.com/office/drawing/2014/main" val="2766663491"/>
                  </a:ext>
                </a:extLst>
              </a:tr>
              <a:tr h="3049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The application shall compare the label artwork with the alcohol application.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Ensure that the label matches what is in the application. (Sarah Chen, Deputy Director of Label Compliance)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extLst>
                  <a:ext uri="{0D108BD9-81ED-4DB2-BD59-A6C34878D82A}">
                    <a16:rowId xmlns:a16="http://schemas.microsoft.com/office/drawing/2014/main" val="3224211525"/>
                  </a:ext>
                </a:extLst>
              </a:tr>
              <a:tr h="281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The application comparison process shall take less than 5 seconds.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User acceptance criteria. (Sarah Chen, Deputy Director of Label Compliance)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extLst>
                  <a:ext uri="{0D108BD9-81ED-4DB2-BD59-A6C34878D82A}">
                    <a16:rowId xmlns:a16="http://schemas.microsoft.com/office/drawing/2014/main" val="2353555995"/>
                  </a:ext>
                </a:extLst>
              </a:tr>
              <a:tr h="4045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The application shall include human psychological and sensory factors.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These factors help generate an inclusive product suitable for a wide range of ages, expertise levels, and backgrounds. (Sarah Chen, Deputy Director of Label Compliance)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extLst>
                  <a:ext uri="{0D108BD9-81ED-4DB2-BD59-A6C34878D82A}">
                    <a16:rowId xmlns:a16="http://schemas.microsoft.com/office/drawing/2014/main" val="2875199591"/>
                  </a:ext>
                </a:extLst>
              </a:tr>
              <a:tr h="281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The application shall contain a batch upload capability.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User acceptance request. (Sarah Chen, Deputy Director of Label Compliance)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extLst>
                  <a:ext uri="{0D108BD9-81ED-4DB2-BD59-A6C34878D82A}">
                    <a16:rowId xmlns:a16="http://schemas.microsoft.com/office/drawing/2014/main" val="1262992850"/>
                  </a:ext>
                </a:extLst>
              </a:tr>
              <a:tr h="3049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4606" marR="84606" marT="42303" marB="4230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The application shall function without the usage of cloud APIs.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Government networks block cloud APIs, limiting capabilities. (Marcus Williams, IT Systems Administrator)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606" marR="84606" marT="42303" marB="42303" anchor="ctr"/>
                </a:tc>
                <a:extLst>
                  <a:ext uri="{0D108BD9-81ED-4DB2-BD59-A6C34878D82A}">
                    <a16:rowId xmlns:a16="http://schemas.microsoft.com/office/drawing/2014/main" val="3863693543"/>
                  </a:ext>
                </a:extLst>
              </a:tr>
              <a:tr h="4387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The application fields comparison (except for the government warning statement) shall be case-sensitive, italics-agnostic, and bold-agnostic.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This capability may require the use of humans-in-the-loop for AI hard cases. (Dave Morrison, Senior Compliance Agent, 28 years)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970980"/>
                  </a:ext>
                </a:extLst>
              </a:tr>
              <a:tr h="4079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The application government warning statement shall follow the rules for the government warning statement as described by TTB.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Government warning statements have strict rules that all alcohol products must follow.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66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629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C652A-20FD-E8AA-820C-860ED7FF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AE8A0-6F8A-841E-0523-CDAD9260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694" y="2389218"/>
            <a:ext cx="7351142" cy="412276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AAB06E-7001-68C8-DCC1-549B258EEB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872448"/>
              </p:ext>
            </p:extLst>
          </p:nvPr>
        </p:nvGraphicFramePr>
        <p:xfrm>
          <a:off x="206477" y="2203078"/>
          <a:ext cx="4582217" cy="4197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786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C69B7-B0BB-69FC-DB94-3CAA30670248}"/>
              </a:ext>
            </a:extLst>
          </p:cNvPr>
          <p:cNvSpPr/>
          <p:nvPr/>
        </p:nvSpPr>
        <p:spPr>
          <a:xfrm>
            <a:off x="6858084" y="898186"/>
            <a:ext cx="4420661" cy="55679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033CF-B9BE-90CE-D426-775DA617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80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Application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C2F602-4AB8-A941-8E37-622EFE234E19}"/>
              </a:ext>
            </a:extLst>
          </p:cNvPr>
          <p:cNvSpPr/>
          <p:nvPr/>
        </p:nvSpPr>
        <p:spPr>
          <a:xfrm>
            <a:off x="624744" y="898186"/>
            <a:ext cx="4709173" cy="55679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5C453-509D-607A-E62A-73CD040FA285}"/>
              </a:ext>
            </a:extLst>
          </p:cNvPr>
          <p:cNvSpPr txBox="1"/>
          <p:nvPr/>
        </p:nvSpPr>
        <p:spPr>
          <a:xfrm>
            <a:off x="4441026" y="928360"/>
            <a:ext cx="85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app.py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9AE709-9CF5-5206-010D-E7D045A7E6FA}"/>
              </a:ext>
            </a:extLst>
          </p:cNvPr>
          <p:cNvSpPr/>
          <p:nvPr/>
        </p:nvSpPr>
        <p:spPr>
          <a:xfrm>
            <a:off x="1448089" y="1144787"/>
            <a:ext cx="706582" cy="4364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5AE7E8-5B9B-B575-DB8F-558308EB8325}"/>
              </a:ext>
            </a:extLst>
          </p:cNvPr>
          <p:cNvSpPr/>
          <p:nvPr/>
        </p:nvSpPr>
        <p:spPr>
          <a:xfrm>
            <a:off x="1274042" y="1897996"/>
            <a:ext cx="1054677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Initialize OCR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86E83-18A7-5972-DF75-02316529F5AC}"/>
              </a:ext>
            </a:extLst>
          </p:cNvPr>
          <p:cNvSpPr txBox="1"/>
          <p:nvPr/>
        </p:nvSpPr>
        <p:spPr>
          <a:xfrm>
            <a:off x="7056521" y="1807527"/>
            <a:ext cx="4023783" cy="6001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EasyOCR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 Optical Character Recognition engine) to take label images and convert them into machine-readable text data.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A4076A-81ED-3D6F-909C-E3FE19EDC3F5}"/>
              </a:ext>
            </a:extLst>
          </p:cNvPr>
          <p:cNvSpPr/>
          <p:nvPr/>
        </p:nvSpPr>
        <p:spPr>
          <a:xfrm>
            <a:off x="1274042" y="2595787"/>
            <a:ext cx="1054677" cy="10040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Ingest Applications and Create Applications Library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F3B4F3-5A89-76C3-06E8-06F6D3DB932E}"/>
              </a:ext>
            </a:extLst>
          </p:cNvPr>
          <p:cNvSpPr txBox="1"/>
          <p:nvPr/>
        </p:nvSpPr>
        <p:spPr>
          <a:xfrm>
            <a:off x="7056522" y="2882364"/>
            <a:ext cx="4023783" cy="4308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images, it uses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EasyOCR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for PDFs, it uses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PdfReader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and for Word documents, it uses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DocxDocument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9EA48-DBBB-6833-7B9C-4962277D22E7}"/>
              </a:ext>
            </a:extLst>
          </p:cNvPr>
          <p:cNvSpPr/>
          <p:nvPr/>
        </p:nvSpPr>
        <p:spPr>
          <a:xfrm>
            <a:off x="1274042" y="3916620"/>
            <a:ext cx="1054677" cy="601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Ingest Alcohol Labels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82BF70-ABE4-70EE-BE2F-022457DA9236}"/>
              </a:ext>
            </a:extLst>
          </p:cNvPr>
          <p:cNvSpPr txBox="1"/>
          <p:nvPr/>
        </p:nvSpPr>
        <p:spPr>
          <a:xfrm>
            <a:off x="7056522" y="3494213"/>
            <a:ext cx="4023784" cy="16158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starts by recording the processing time. It uses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EasyOCR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extract text from images, then applies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TheFuzz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compare the extracted text with the data from applications. It finds the best match between the application and the image, compares application fields with image fields, and requires an 80% match for the government warning and 70% for the other fields. For the health warning, it checks, text similarity, formatting requirements, and bold letters using</a:t>
            </a:r>
            <a:r>
              <a:rPr lang="en-US" altLang="en-US" sz="1100" dirty="0">
                <a:latin typeface="Arial" panose="020B0604020202020204" pitchFamily="34" charset="0"/>
              </a:rPr>
              <a:t> CV bold detection (&gt;4% letters width).</a:t>
            </a: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8CBF1E-2961-7889-742E-93A9E135EB32}"/>
              </a:ext>
            </a:extLst>
          </p:cNvPr>
          <p:cNvSpPr/>
          <p:nvPr/>
        </p:nvSpPr>
        <p:spPr>
          <a:xfrm>
            <a:off x="1274042" y="4835147"/>
            <a:ext cx="1054677" cy="811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Analyze and Show Dashboard Metrics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3D1BC6-FD91-F36C-AE11-DB4D81995204}"/>
              </a:ext>
            </a:extLst>
          </p:cNvPr>
          <p:cNvSpPr txBox="1"/>
          <p:nvPr/>
        </p:nvSpPr>
        <p:spPr>
          <a:xfrm>
            <a:off x="2777018" y="4336896"/>
            <a:ext cx="24671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 the average label processing time and displays a comparison table for labels that do not match the applications. It allows the user to override an AI failure, generates a report, and provides the option to download the report.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CDEFB1-0E09-8319-FCA8-850D5B574959}"/>
              </a:ext>
            </a:extLst>
          </p:cNvPr>
          <p:cNvSpPr/>
          <p:nvPr/>
        </p:nvSpPr>
        <p:spPr>
          <a:xfrm>
            <a:off x="1445492" y="5862748"/>
            <a:ext cx="706582" cy="4364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3AA4E8-51BE-0319-BC21-4DAF4700A805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801380" y="1581205"/>
            <a:ext cx="1" cy="316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12C585-903B-F158-1F24-B1CD18C17C2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1801381" y="2278996"/>
            <a:ext cx="0" cy="316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D1FE6F-36AF-5382-0FA1-A67052DD6B5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801381" y="3599829"/>
            <a:ext cx="0" cy="316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DF176C-40D4-D45C-E860-84887FD81C55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1801381" y="4518356"/>
            <a:ext cx="0" cy="316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665085-CB9D-80B3-1CD1-C3626CD62B51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1798783" y="5646519"/>
            <a:ext cx="2598" cy="2162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69D77D8-8F71-C405-B7E1-1BE31CC7020C}"/>
              </a:ext>
            </a:extLst>
          </p:cNvPr>
          <p:cNvSpPr txBox="1"/>
          <p:nvPr/>
        </p:nvSpPr>
        <p:spPr>
          <a:xfrm>
            <a:off x="9668752" y="893539"/>
            <a:ext cx="1609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rag_system.py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46DE59D-0640-9C4B-0AC5-482EB3263FF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328719" y="2088496"/>
            <a:ext cx="4727802" cy="1911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693F7D-14C1-268D-9A35-6373C47686A7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328719" y="3097808"/>
            <a:ext cx="4727803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397B0C3-9D69-232C-D4C3-F10EC2FDD6C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2328719" y="4217488"/>
            <a:ext cx="4727803" cy="8463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A1848FA-448F-B019-830E-7E9D86AF99D1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2328719" y="5121726"/>
            <a:ext cx="448299" cy="11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187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C741-D47A-4F86-FD96-B8A947CC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Trade-Off for OCR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44ED8-A9F1-C0E5-7485-9AFAB5090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ym typeface="Wingdings" panose="05000000000000000000" pitchFamily="2" charset="2"/>
              </a:rPr>
              <a:t>Florence vs </a:t>
            </a:r>
            <a:r>
              <a:rPr lang="en-US" b="1" dirty="0" err="1">
                <a:sym typeface="Wingdings" panose="05000000000000000000" pitchFamily="2" charset="2"/>
              </a:rPr>
              <a:t>EasyOCR</a:t>
            </a:r>
            <a:r>
              <a:rPr lang="en-US" b="1" dirty="0"/>
              <a:t> </a:t>
            </a:r>
          </a:p>
          <a:p>
            <a:pPr lvl="1"/>
            <a:r>
              <a:rPr lang="en-US" dirty="0"/>
              <a:t>Florence requires setting up model weights and has a more tedious installation process with additional dependencies compared to </a:t>
            </a:r>
            <a:r>
              <a:rPr lang="en-US" dirty="0" err="1"/>
              <a:t>EasyOCR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Florence provides results comparable to </a:t>
            </a:r>
            <a:r>
              <a:rPr lang="en-US" dirty="0" err="1"/>
              <a:t>EasyOCR</a:t>
            </a:r>
            <a:r>
              <a:rPr lang="en-US" dirty="0"/>
              <a:t> when combined with fuzzy matching.</a:t>
            </a:r>
          </a:p>
          <a:p>
            <a:pPr lvl="1"/>
            <a:r>
              <a:rPr lang="en-US" dirty="0"/>
              <a:t>The major drawback of Florence is its slow processing speed, with an average runtime of 30s to 40s per alcohol label, making it unacceptable for users. </a:t>
            </a:r>
          </a:p>
          <a:p>
            <a:r>
              <a:rPr lang="en-US" b="1" dirty="0">
                <a:solidFill>
                  <a:schemeClr val="accent3"/>
                </a:solidFill>
              </a:rPr>
              <a:t>Decided to use </a:t>
            </a:r>
            <a:r>
              <a:rPr lang="en-US" b="1" dirty="0" err="1">
                <a:solidFill>
                  <a:schemeClr val="accent3"/>
                </a:solidFill>
              </a:rPr>
              <a:t>EasyOCR</a:t>
            </a:r>
            <a:r>
              <a:rPr lang="en-US" b="1" dirty="0">
                <a:solidFill>
                  <a:schemeClr val="accent3"/>
                </a:solidFill>
              </a:rPr>
              <a:t> combined with fuzzy matching and CV for bold detection</a:t>
            </a:r>
          </a:p>
        </p:txBody>
      </p:sp>
    </p:spTree>
    <p:extLst>
      <p:ext uri="{BB962C8B-B14F-4D97-AF65-F5344CB8AC3E}">
        <p14:creationId xmlns:p14="http://schemas.microsoft.com/office/powerpoint/2010/main" val="330603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B9F7C-D84C-757C-4FCA-16D9E083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Limitations and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0EBDD4-3941-DA27-DF0E-F2D5C0B7A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227881"/>
              </p:ext>
            </p:extLst>
          </p:nvPr>
        </p:nvGraphicFramePr>
        <p:xfrm>
          <a:off x="644056" y="2112579"/>
          <a:ext cx="11311970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619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0884B-2462-6396-C8CE-7E2CFB4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High-Level Project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AE81B1-BA92-39A9-895E-F65DD6622A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39504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1348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5E77-0F49-A7C6-F794-F1A6D742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D702-6E9E-2B86-0E72-8BBC519E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Github</a:t>
            </a:r>
            <a:r>
              <a:rPr lang="en-US" b="1" dirty="0"/>
              <a:t>: </a:t>
            </a:r>
            <a:r>
              <a:rPr lang="en-US" dirty="0">
                <a:hlinkClick r:id="rId2"/>
              </a:rPr>
              <a:t>https://github.com/oliveraoliveraadrian/AI_Alcohol_Label_Verification.git</a:t>
            </a:r>
            <a:endParaRPr lang="en-US" dirty="0"/>
          </a:p>
          <a:p>
            <a:r>
              <a:rPr lang="en-US" b="1" dirty="0"/>
              <a:t>Application URL: </a:t>
            </a:r>
            <a:r>
              <a:rPr lang="en-US" dirty="0">
                <a:hlinkClick r:id="rId3"/>
              </a:rPr>
              <a:t>https://ai-powered-alcohol-label-verification-app-d4gm.onrender.com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8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939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Take-Home Project: AI-Powered Alcohol Label Verification App</vt:lpstr>
      <vt:lpstr>Agenda</vt:lpstr>
      <vt:lpstr>Introduction</vt:lpstr>
      <vt:lpstr>High-Level Application Requirements</vt:lpstr>
      <vt:lpstr>Solution</vt:lpstr>
      <vt:lpstr>Application Flow</vt:lpstr>
      <vt:lpstr>Trade-Off for OCR Models</vt:lpstr>
      <vt:lpstr>Limitations and Next Steps</vt:lpstr>
      <vt:lpstr>High-Level Project Plan</vt:lpstr>
      <vt:lpstr>Source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Olivera</dc:creator>
  <cp:lastModifiedBy>Adrian Olivera</cp:lastModifiedBy>
  <cp:revision>14</cp:revision>
  <dcterms:created xsi:type="dcterms:W3CDTF">2026-02-24T00:02:12Z</dcterms:created>
  <dcterms:modified xsi:type="dcterms:W3CDTF">2026-02-25T06:03:50Z</dcterms:modified>
</cp:coreProperties>
</file>